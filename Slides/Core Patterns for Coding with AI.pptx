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406" r:id="rId2"/>
    <p:sldId id="407" r:id="rId3"/>
    <p:sldId id="409" r:id="rId4"/>
    <p:sldId id="408" r:id="rId5"/>
    <p:sldId id="410" r:id="rId6"/>
    <p:sldId id="412" r:id="rId7"/>
    <p:sldId id="411" r:id="rId8"/>
    <p:sldId id="413" r:id="rId9"/>
    <p:sldId id="414" r:id="rId10"/>
    <p:sldId id="415" r:id="rId11"/>
    <p:sldId id="416" r:id="rId12"/>
    <p:sldId id="41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71DC70A-D524-3A4B-A0F9-F4617108E011}">
          <p14:sldIdLst>
            <p14:sldId id="406"/>
          </p14:sldIdLst>
        </p14:section>
        <p14:section name="Context" id="{BAB000E7-80B1-704A-A0C5-450F92E3F251}">
          <p14:sldIdLst>
            <p14:sldId id="407"/>
            <p14:sldId id="409"/>
            <p14:sldId id="408"/>
            <p14:sldId id="410"/>
            <p14:sldId id="412"/>
            <p14:sldId id="411"/>
          </p14:sldIdLst>
        </p14:section>
        <p14:section name="Focus" id="{6B4D6D1F-5799-A14A-9FA6-E5C32431763E}">
          <p14:sldIdLst>
            <p14:sldId id="413"/>
          </p14:sldIdLst>
        </p14:section>
        <p14:section name="Noise" id="{CEA63F78-168F-AB43-B239-21C6524ECBFB}">
          <p14:sldIdLst>
            <p14:sldId id="414"/>
          </p14:sldIdLst>
        </p14:section>
        <p14:section name="Non-Determinism" id="{A4346C11-1A94-5943-93C2-38DD8C850FDB}">
          <p14:sldIdLst>
            <p14:sldId id="415"/>
          </p14:sldIdLst>
        </p14:section>
        <p14:section name="Complexity" id="{82D7DA53-C9B3-604E-9780-198E3A262E90}">
          <p14:sldIdLst>
            <p14:sldId id="416"/>
          </p14:sldIdLst>
        </p14:section>
        <p14:section name="Thought Partner" id="{F1712C9A-310F-0B43-8042-6EC8C3D964FC}">
          <p14:sldIdLst>
            <p14:sldId id="41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C3349F8-DC01-FE7D-F7CD-AC66C053D11B}" name="Kesseler, Lada" initials="LK" userId="S::LADA.KESSELER1@T-MOBILE.COM::562dffe2-bbd3-4c93-8d98-a417671b7e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F0000"/>
    <a:srgbClr val="FFFF00"/>
    <a:srgbClr val="172C51"/>
    <a:srgbClr val="548235"/>
    <a:srgbClr val="4472C4"/>
    <a:srgbClr val="7030A0"/>
    <a:srgbClr val="C00000"/>
    <a:srgbClr val="FF40FF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8469"/>
    <p:restoredTop sz="92808"/>
  </p:normalViewPr>
  <p:slideViewPr>
    <p:cSldViewPr snapToGrid="0">
      <p:cViewPr varScale="1">
        <p:scale>
          <a:sx n="104" d="100"/>
          <a:sy n="104" d="100"/>
        </p:scale>
        <p:origin x="688" y="48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701875-5BC7-1E49-AF4C-96F7D9E7474C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5BBC2B-72B0-2542-8213-717906F3F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280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70639-DA34-05EE-E783-CB1BAE16F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3D2E2-8ADC-6359-00D2-E80DB4566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949908-A01F-F021-2D48-C21782F8A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2D3FA6-5BA7-4D11-B479-AAED57DD04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185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710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C67C8-48AD-6905-AEBC-E65BF6940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CC029F-0C19-4AE6-74B3-57AB7BB407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5F6152-9663-D258-8AAF-3F4A2256A0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C16E4-0AAD-1F5B-B8A4-50744C9E3E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1737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3A222-E9A5-86A7-CA5B-F1454F6B14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B1BB04-B26C-8367-402D-4A40396915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D93DBA-9855-EACB-E3EA-FE670C07E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78685-B7B4-5009-6E90-7E2CF4513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6BC47A-68B5-00AD-AEEE-26E2ED3D5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17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FEFC9-B55E-5926-78C0-FC9855DA6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74DA0E-AB04-8E47-B48C-8A7B3C3F9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F2753F-435D-F327-8496-AD8347F29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8D3F2D-9199-3368-9CE9-EC96BE10C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DB0056-2C57-6C55-3947-37958B003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403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B5455-7303-9CA9-7B04-4E40CB176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16D6EC-F9A0-CD31-C69A-7C158021F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E3037-4B77-9163-84F9-8540215BB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D90846-B51D-A53B-43E8-F806F17B7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30A17-DDA1-AD7B-2BC1-4C8892366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809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E6134-F614-D38A-F20D-0259B2A95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42C2E6-5655-C31D-6178-7A2D1E628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1076EA-FFF5-783B-3BB6-E175FF6938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8247BC-4ED2-CAB9-E63D-18EA49A46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92A840-F54E-6BC7-2EE8-7E424F658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862C0C-4E72-01E0-8854-5BF057DD5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34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D0BA3-D4FA-FCC7-0BC4-8B4767357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01ABB5-08A4-37BB-2D89-EC89CD88A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A6BD57-2E7B-4CF5-ED44-C8CFD885B8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065104-D897-2178-DD49-D8CE5D57EE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A85B65-907C-3DA3-80B4-811AE00BA3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643E83-8AFF-4916-8259-B0351DC34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34F1F9-83C0-4923-9583-5C7C1C02E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EECAFC-CB83-63FF-1987-F4A9D7CF0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39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8DE21-8D34-F3B9-6F30-8D5FD6E30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349365-1099-4AA3-A1EA-57F6B9527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4BD4C7-287F-D3F4-80DD-412067E0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AF2EF0-DD70-3CB4-DB8D-89C795C2C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588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0C957D-EE5D-2F57-0ADB-D3E1C3C47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23C946-8CA1-0D0E-E6A6-E49ABD878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40142-C5EF-C514-7B54-73C8A01CC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923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92A68-8CB4-DF2E-29D4-3951B476F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11215-2760-3831-848B-AE12C75EA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3F4F-2F5A-0C7B-214A-FDFD7E2976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20DD07-76C5-7182-9197-733B85A71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9123C9-9448-068F-9E42-0FF9BF268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559215-7A38-9D83-6C1B-ABBEB5D8F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160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806B1-FFD0-4D8A-06EF-65B9D9249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FFD9DA-2B0A-8D9B-40C4-906F32B89D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CC0DD3-0689-FB3B-9F40-966CEE335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42492F-E8B8-BCF3-3F36-6070D070B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FCAE27-A74C-E28B-135C-33A03B18D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B3BB6B-C15C-C5BB-E310-AE57625FE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5374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75BE8-BB4F-A59C-CC03-572746213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6268F9-F24D-CC96-DFDF-96BA503031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EAD1E-AF18-1BE5-864D-E8E83A7F2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8AF4E-AC35-6763-4FD5-E28BC7938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62C237-91AD-ACF7-1E78-E68710257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977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386549-9272-96F4-733B-023F29D8C7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96DD84-F5D0-A6D4-FD45-84596E01E0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BDB83-4A42-E260-36E8-A5F0422E4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4FA91-B94E-A673-2B58-96ECDBD92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CA8872-9098-E8CE-487A-B595DAC04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420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03EAAD-62D6-410D-9203-F6229C9B4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03E65B-FF39-116F-BDFC-441DF0107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2CB7FD-0A76-2F45-5989-8D14B8D1B5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7D80F5-E6C7-6937-F050-755568C143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8F8ED-30C0-355C-F1F9-85F8EF89F1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935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5F216-AE6C-6846-E057-6845FA903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A0591AF-87FF-08B9-1148-7633B9B294BE}"/>
              </a:ext>
            </a:extLst>
          </p:cNvPr>
          <p:cNvSpPr txBox="1"/>
          <p:nvPr/>
        </p:nvSpPr>
        <p:spPr>
          <a:xfrm>
            <a:off x="199672" y="5251381"/>
            <a:ext cx="684193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/>
              <a:t>Core Patterns for Coding with AI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F7FD4F-8CDC-7F58-DB0F-204636A73D11}"/>
              </a:ext>
            </a:extLst>
          </p:cNvPr>
          <p:cNvSpPr txBox="1"/>
          <p:nvPr/>
        </p:nvSpPr>
        <p:spPr>
          <a:xfrm>
            <a:off x="199672" y="6095192"/>
            <a:ext cx="19235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k Free" panose="020F0502020204030204" pitchFamily="34" charset="0"/>
                <a:ea typeface="Heiti TC Medium" pitchFamily="2" charset="-128"/>
              </a:rPr>
              <a:t>Lada Kesseler</a:t>
            </a:r>
          </a:p>
        </p:txBody>
      </p:sp>
    </p:spTree>
    <p:extLst>
      <p:ext uri="{BB962C8B-B14F-4D97-AF65-F5344CB8AC3E}">
        <p14:creationId xmlns:p14="http://schemas.microsoft.com/office/powerpoint/2010/main" val="28598632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65F297-A02D-1636-5050-E8AF844B1CB9}"/>
              </a:ext>
            </a:extLst>
          </p:cNvPr>
          <p:cNvSpPr txBox="1"/>
          <p:nvPr/>
        </p:nvSpPr>
        <p:spPr>
          <a:xfrm>
            <a:off x="383059" y="481914"/>
            <a:ext cx="1317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Context</a:t>
            </a:r>
          </a:p>
        </p:txBody>
      </p:sp>
    </p:spTree>
    <p:extLst>
      <p:ext uri="{BB962C8B-B14F-4D97-AF65-F5344CB8AC3E}">
        <p14:creationId xmlns:p14="http://schemas.microsoft.com/office/powerpoint/2010/main" val="3993801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744D0F-8C87-AAA7-FA41-439215B97584}"/>
              </a:ext>
            </a:extLst>
          </p:cNvPr>
          <p:cNvSpPr txBox="1"/>
          <p:nvPr/>
        </p:nvSpPr>
        <p:spPr>
          <a:xfrm>
            <a:off x="2520778" y="2879124"/>
            <a:ext cx="577113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Problem</a:t>
            </a:r>
            <a:r>
              <a:rPr lang="en-US"/>
              <a:t>: AI forgets all experienced that happened with you</a:t>
            </a:r>
          </a:p>
          <a:p>
            <a:endParaRPr lang="en-US"/>
          </a:p>
          <a:p>
            <a:r>
              <a:rPr lang="en-US"/>
              <a:t>amnesia?</a:t>
            </a:r>
          </a:p>
        </p:txBody>
      </p:sp>
    </p:spTree>
    <p:extLst>
      <p:ext uri="{BB962C8B-B14F-4D97-AF65-F5344CB8AC3E}">
        <p14:creationId xmlns:p14="http://schemas.microsoft.com/office/powerpoint/2010/main" val="3596482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016B66-EC90-0679-86C3-6AA834320612}"/>
              </a:ext>
            </a:extLst>
          </p:cNvPr>
          <p:cNvSpPr txBox="1"/>
          <p:nvPr/>
        </p:nvSpPr>
        <p:spPr>
          <a:xfrm>
            <a:off x="4609070" y="3059668"/>
            <a:ext cx="310905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why</a:t>
            </a:r>
            <a:r>
              <a:rPr lang="en-US"/>
              <a:t>: AI does not have memory</a:t>
            </a:r>
          </a:p>
          <a:p>
            <a:endParaRPr lang="en-US"/>
          </a:p>
          <a:p>
            <a:r>
              <a:rPr lang="en-US"/>
              <a:t>obstacle: cannot learn</a:t>
            </a:r>
          </a:p>
        </p:txBody>
      </p:sp>
    </p:spTree>
    <p:extLst>
      <p:ext uri="{BB962C8B-B14F-4D97-AF65-F5344CB8AC3E}">
        <p14:creationId xmlns:p14="http://schemas.microsoft.com/office/powerpoint/2010/main" val="3586467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B02FF77-7A65-35E9-005A-E7F3B97D772A}"/>
              </a:ext>
            </a:extLst>
          </p:cNvPr>
          <p:cNvSpPr/>
          <p:nvPr/>
        </p:nvSpPr>
        <p:spPr>
          <a:xfrm>
            <a:off x="8291383" y="667265"/>
            <a:ext cx="1655805" cy="11738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Personalize knowledge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9F73FF-2807-F664-F70C-4D3A2B65C27A}"/>
              </a:ext>
            </a:extLst>
          </p:cNvPr>
          <p:cNvSpPr/>
          <p:nvPr/>
        </p:nvSpPr>
        <p:spPr>
          <a:xfrm>
            <a:off x="4040659" y="2539313"/>
            <a:ext cx="2261287" cy="30212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3F88192C-DE11-C273-26FB-D1FF02C01C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241" y="821896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F9CAB67-2F04-6BE3-C242-1456234903B2}"/>
              </a:ext>
            </a:extLst>
          </p:cNvPr>
          <p:cNvSpPr/>
          <p:nvPr/>
        </p:nvSpPr>
        <p:spPr>
          <a:xfrm>
            <a:off x="10136658" y="1066800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C8FD0C-13B0-175F-F835-78AD600FFC83}"/>
              </a:ext>
            </a:extLst>
          </p:cNvPr>
          <p:cNvSpPr/>
          <p:nvPr/>
        </p:nvSpPr>
        <p:spPr>
          <a:xfrm>
            <a:off x="9524996" y="2088292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2612DF-DDB6-D8A8-3D22-05B5B90412D1}"/>
              </a:ext>
            </a:extLst>
          </p:cNvPr>
          <p:cNvSpPr/>
          <p:nvPr/>
        </p:nvSpPr>
        <p:spPr>
          <a:xfrm>
            <a:off x="10447636" y="2088292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4313581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7AEA7-2F3D-FF2F-D8E0-BA2F981A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E5B571-0467-014E-4C12-29ED1C3A8679}"/>
              </a:ext>
            </a:extLst>
          </p:cNvPr>
          <p:cNvSpPr/>
          <p:nvPr/>
        </p:nvSpPr>
        <p:spPr>
          <a:xfrm>
            <a:off x="8291383" y="667265"/>
            <a:ext cx="1655805" cy="11738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Personalize knowledge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A66255-3714-C855-CAA9-64F41E05F008}"/>
              </a:ext>
            </a:extLst>
          </p:cNvPr>
          <p:cNvSpPr/>
          <p:nvPr/>
        </p:nvSpPr>
        <p:spPr>
          <a:xfrm>
            <a:off x="4040659" y="2539313"/>
            <a:ext cx="2261287" cy="30212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018ED0D2-11A2-C9CD-D575-6563731D1B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241" y="821896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3D8C77-4BCC-087A-0014-95F3EB353604}"/>
              </a:ext>
            </a:extLst>
          </p:cNvPr>
          <p:cNvSpPr/>
          <p:nvPr/>
        </p:nvSpPr>
        <p:spPr>
          <a:xfrm>
            <a:off x="10136658" y="1066800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B9C72A-F82F-77BA-023C-CC494FD3295A}"/>
              </a:ext>
            </a:extLst>
          </p:cNvPr>
          <p:cNvSpPr/>
          <p:nvPr/>
        </p:nvSpPr>
        <p:spPr>
          <a:xfrm>
            <a:off x="4248661" y="2945027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3A7972-D39C-1F3D-09E6-BE33E1FD213C}"/>
              </a:ext>
            </a:extLst>
          </p:cNvPr>
          <p:cNvSpPr/>
          <p:nvPr/>
        </p:nvSpPr>
        <p:spPr>
          <a:xfrm>
            <a:off x="5275303" y="2755556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6DFE44-C60F-7D51-1C97-D164EB308180}"/>
              </a:ext>
            </a:extLst>
          </p:cNvPr>
          <p:cNvSpPr txBox="1"/>
          <p:nvPr/>
        </p:nvSpPr>
        <p:spPr>
          <a:xfrm>
            <a:off x="1075038" y="4831492"/>
            <a:ext cx="2735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	Customized brain</a:t>
            </a:r>
          </a:p>
        </p:txBody>
      </p:sp>
    </p:spTree>
    <p:extLst>
      <p:ext uri="{BB962C8B-B14F-4D97-AF65-F5344CB8AC3E}">
        <p14:creationId xmlns:p14="http://schemas.microsoft.com/office/powerpoint/2010/main" val="2944273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636D17-FC34-D16E-1594-112F687BC23D}"/>
              </a:ext>
            </a:extLst>
          </p:cNvPr>
          <p:cNvSpPr txBox="1"/>
          <p:nvPr/>
        </p:nvSpPr>
        <p:spPr>
          <a:xfrm>
            <a:off x="2804984" y="3027405"/>
            <a:ext cx="962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Patterns</a:t>
            </a:r>
          </a:p>
        </p:txBody>
      </p:sp>
      <p:pic>
        <p:nvPicPr>
          <p:cNvPr id="4" name="Picture 3" descr="A green circle with black text and a number&#10;&#10;AI-generated content may be incorrect.">
            <a:extLst>
              <a:ext uri="{FF2B5EF4-FFF2-40B4-BE49-F238E27FC236}">
                <a16:creationId xmlns:a16="http://schemas.microsoft.com/office/drawing/2014/main" id="{97563A7C-3F7A-336E-9DB1-B63F35EED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879044"/>
            <a:ext cx="1219200" cy="1270000"/>
          </a:xfrm>
          <a:prstGeom prst="rect">
            <a:avLst/>
          </a:prstGeom>
        </p:spPr>
      </p:pic>
      <p:pic>
        <p:nvPicPr>
          <p:cNvPr id="6" name="Picture 5" descr="A green circle with black text and a number&#10;&#10;AI-generated content may be incorrect.">
            <a:extLst>
              <a:ext uri="{FF2B5EF4-FFF2-40B4-BE49-F238E27FC236}">
                <a16:creationId xmlns:a16="http://schemas.microsoft.com/office/drawing/2014/main" id="{9829E802-C516-968B-1066-713530D903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3300" y="2411455"/>
            <a:ext cx="1231900" cy="1231900"/>
          </a:xfrm>
          <a:prstGeom prst="rect">
            <a:avLst/>
          </a:prstGeom>
        </p:spPr>
      </p:pic>
      <p:pic>
        <p:nvPicPr>
          <p:cNvPr id="8" name="Picture 7" descr="A close-up of a white board&#10;&#10;AI-generated content may be incorrect.">
            <a:extLst>
              <a:ext uri="{FF2B5EF4-FFF2-40B4-BE49-F238E27FC236}">
                <a16:creationId xmlns:a16="http://schemas.microsoft.com/office/drawing/2014/main" id="{B0C7EC83-EA34-382F-345D-C924CF9D1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2099" y="3905766"/>
            <a:ext cx="1168400" cy="111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2392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8984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4002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5323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15B10-6E1B-7689-29AF-CEC782AD1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87343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E930F-5ECB-62C8-BC4C-FE23B8648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3328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108506</TotalTime>
  <Words>51</Words>
  <Application>Microsoft Macintosh PowerPoint</Application>
  <PresentationFormat>Widescreen</PresentationFormat>
  <Paragraphs>24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Ink Free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 Calls</dc:title>
  <dc:creator>Kesseler, Lada</dc:creator>
  <cp:lastModifiedBy>Lada Kesseler</cp:lastModifiedBy>
  <cp:revision>937</cp:revision>
  <dcterms:created xsi:type="dcterms:W3CDTF">2023-11-14T16:04:34Z</dcterms:created>
  <dcterms:modified xsi:type="dcterms:W3CDTF">2026-02-16T21:36:21Z</dcterms:modified>
</cp:coreProperties>
</file>