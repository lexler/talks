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406" r:id="rId2"/>
    <p:sldId id="409" r:id="rId3"/>
    <p:sldId id="446" r:id="rId4"/>
    <p:sldId id="651" r:id="rId5"/>
    <p:sldId id="654" r:id="rId6"/>
    <p:sldId id="655" r:id="rId7"/>
    <p:sldId id="660" r:id="rId8"/>
    <p:sldId id="658" r:id="rId9"/>
    <p:sldId id="657" r:id="rId10"/>
    <p:sldId id="659" r:id="rId11"/>
    <p:sldId id="661" r:id="rId12"/>
    <p:sldId id="656" r:id="rId13"/>
    <p:sldId id="664" r:id="rId14"/>
    <p:sldId id="665" r:id="rId15"/>
    <p:sldId id="413" r:id="rId16"/>
    <p:sldId id="418" r:id="rId17"/>
    <p:sldId id="414" r:id="rId18"/>
    <p:sldId id="415" r:id="rId19"/>
    <p:sldId id="416" r:id="rId20"/>
    <p:sldId id="417" r:id="rId21"/>
    <p:sldId id="666" r:id="rId22"/>
    <p:sldId id="423" r:id="rId23"/>
    <p:sldId id="431" r:id="rId24"/>
    <p:sldId id="432" r:id="rId25"/>
    <p:sldId id="433" r:id="rId26"/>
    <p:sldId id="434" r:id="rId27"/>
    <p:sldId id="435" r:id="rId28"/>
    <p:sldId id="436" r:id="rId29"/>
    <p:sldId id="437" r:id="rId30"/>
    <p:sldId id="438" r:id="rId31"/>
    <p:sldId id="439" r:id="rId32"/>
    <p:sldId id="440" r:id="rId33"/>
    <p:sldId id="441" r:id="rId34"/>
    <p:sldId id="442" r:id="rId35"/>
    <p:sldId id="443" r:id="rId36"/>
    <p:sldId id="44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1DC70A-D524-3A4B-A0F9-F4617108E011}">
          <p14:sldIdLst>
            <p14:sldId id="406"/>
            <p14:sldId id="409"/>
            <p14:sldId id="446"/>
          </p14:sldIdLst>
        </p14:section>
        <p14:section name="Context" id="{BAB000E7-80B1-704A-A0C5-450F92E3F251}">
          <p14:sldIdLst>
            <p14:sldId id="651"/>
            <p14:sldId id="654"/>
            <p14:sldId id="655"/>
            <p14:sldId id="660"/>
            <p14:sldId id="658"/>
            <p14:sldId id="657"/>
            <p14:sldId id="659"/>
            <p14:sldId id="661"/>
            <p14:sldId id="656"/>
            <p14:sldId id="664"/>
            <p14:sldId id="665"/>
          </p14:sldIdLst>
        </p14:section>
        <p14:section name="Focus" id="{6B4D6D1F-5799-A14A-9FA6-E5C32431763E}">
          <p14:sldIdLst>
            <p14:sldId id="413"/>
            <p14:sldId id="418"/>
          </p14:sldIdLst>
        </p14:section>
        <p14:section name="Noise" id="{CEA63F78-168F-AB43-B239-21C6524ECBFB}">
          <p14:sldIdLst>
            <p14:sldId id="414"/>
          </p14:sldIdLst>
        </p14:section>
        <p14:section name="Non-Determinism" id="{A4346C11-1A94-5943-93C2-38DD8C850FDB}">
          <p14:sldIdLst>
            <p14:sldId id="415"/>
          </p14:sldIdLst>
        </p14:section>
        <p14:section name="Complexity" id="{82D7DA53-C9B3-604E-9780-198E3A262E90}">
          <p14:sldIdLst>
            <p14:sldId id="416"/>
          </p14:sldIdLst>
        </p14:section>
        <p14:section name="Thought Partner" id="{F1712C9A-310F-0B43-8042-6EC8C3D964FC}">
          <p14:sldIdLst>
            <p14:sldId id="417"/>
          </p14:sldIdLst>
        </p14:section>
        <p14:section name="Drafts" id="{C06076C2-4920-1D4C-81D2-A050883B17C5}">
          <p14:sldIdLst>
            <p14:sldId id="666"/>
            <p14:sldId id="423"/>
            <p14:sldId id="431"/>
            <p14:sldId id="432"/>
            <p14:sldId id="43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C3349F8-DC01-FE7D-F7CD-AC66C053D11B}" name="Kesseler, Lada" initials="LK" userId="S::LADA.KESSELER1@T-MOBILE.COM::562dffe2-bbd3-4c93-8d98-a417671b7e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48235"/>
    <a:srgbClr val="7030A0"/>
    <a:srgbClr val="FF0000"/>
    <a:srgbClr val="FFFFFF"/>
    <a:srgbClr val="FFFF00"/>
    <a:srgbClr val="172C51"/>
    <a:srgbClr val="4472C4"/>
    <a:srgbClr val="C00000"/>
    <a:srgbClr val="FF40FF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053"/>
    <p:restoredTop sz="92806"/>
  </p:normalViewPr>
  <p:slideViewPr>
    <p:cSldViewPr snapToGrid="0">
      <p:cViewPr varScale="1">
        <p:scale>
          <a:sx n="122" d="100"/>
          <a:sy n="122" d="100"/>
        </p:scale>
        <p:origin x="1272" y="4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01875-5BC7-1E49-AF4C-96F7D9E7474C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5BBC2B-72B0-2542-8213-717906F3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28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70639-DA34-05EE-E783-CB1BAE16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3D2E2-8ADC-6359-00D2-E80DB4566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49908-A01F-F021-2D48-C21782F8A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3FA6-5BA7-4D11-B479-AAED57DD0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185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A562-503F-0C19-53AB-2E9EFB045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1CA17-2B2B-4289-C0DD-04D2E453A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C94EB-F9C3-7A70-E128-5FD7532F3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82D62-70D1-A008-65E0-C7E5EF52F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982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DDFC2-B42C-EEC6-370B-DAAF6A7E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76425-5DAD-E5DC-02CC-CAF57D321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4A0006-5DE0-E334-E8DE-5EBE29636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BE7FE-631F-2527-4773-E0D5CDE02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025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2D284-EB8D-2146-B44E-B323C532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62B5C-0100-5347-7DAA-24950CE4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A8CB4-A412-17DB-2FD4-AEB6FC1C9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C6741-E141-B380-A0E8-8F07347612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4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DA1E0-ECFD-F3D3-1718-34B33C566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664AA-D9C5-B785-79E4-54B3B5E4E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EA10F3-88D7-F037-D270-286CB64A9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0AE76-4EC7-F71A-8E99-9FD4D49B2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0910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197A-2C5F-9C9E-6C01-59E3D5D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1456F-D6A7-833D-940C-7DA085900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8A3-A9DB-AD2B-4279-9F01774A9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45BA3-52F6-B33E-EAD2-CA266F14E9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23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EE32-23CB-0439-5211-0CFBA82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ED4CA-9660-575B-A0C9-31AB3128B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40524-853B-0CA9-438C-5C59C440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F9D57-D793-A067-A64D-3E2A8FC5D1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23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3FBA-B0B1-DECB-28E2-17C3E0CD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4B2ADC-3E2A-D649-2BE4-41A390D160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83F29D-BA9C-4D4F-B670-76306F2D4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FB541-4AEA-49A6-6387-BD594AD77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67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8058B-0B2E-F532-68DD-C3EC5F6F3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4175D-9204-3F8A-73FA-375BA7ECF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E9890-7BC3-1981-751F-7870101168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B8A53-1B26-6C15-4AF1-501006C94F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87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868A-EE50-910A-C19A-4661E50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DADD8-8D04-B4A4-9278-3CBEBD615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955AF-94AA-845E-ABDB-6FF62BE3E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CDE79-64FA-9303-DBA3-71DCF50D6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336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96621-4267-D706-8C2A-9935BC3A3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BF369-F7AF-5D3C-B960-C94714353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B5F1CD-6DC9-EE42-7AD8-54157F070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9E593-0FF9-7CF1-ED7C-3748AABE4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082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3A222-E9A5-86A7-CA5B-F1454F6B1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B1BB04-B26C-8367-402D-4A40396915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93DBA-9855-EACB-E3EA-FE670C07E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78685-B7B4-5009-6E90-7E2CF4513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BC47A-68B5-00AD-AEEE-26E2ED3D5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1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FEFC9-B55E-5926-78C0-FC9855DA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4DA0E-AB04-8E47-B48C-8A7B3C3F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753F-435D-F327-8496-AD8347F2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D3F2D-9199-3368-9CE9-EC96BE10C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0056-2C57-6C55-3947-37958B00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0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B5455-7303-9CA9-7B04-4E40CB17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6D6EC-F9A0-CD31-C69A-7C158021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E3037-4B77-9163-84F9-8540215BB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90846-B51D-A53B-43E8-F806F17B7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A17-DDA1-AD7B-2BC1-4C8892366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09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E6134-F614-D38A-F20D-0259B2A95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2C2E6-5655-C31D-6178-7A2D1E628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076EA-FFF5-783B-3BB6-E175FF693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247BC-4ED2-CAB9-E63D-18EA49A4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92A840-F54E-6BC7-2EE8-7E424F658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862C0C-4E72-01E0-8854-5BF057DD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4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0BA3-D4FA-FCC7-0BC4-8B4767357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1ABB5-08A4-37BB-2D89-EC89CD88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6BD57-2E7B-4CF5-ED44-C8CFD885B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065104-D897-2178-DD49-D8CE5D57EE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A85B65-907C-3DA3-80B4-811AE00BA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643E83-8AFF-4916-8259-B0351DC34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34F1F9-83C0-4923-9583-5C7C1C02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EECAFC-CB83-63FF-1987-F4A9D7CF0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39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DE21-8D34-F3B9-6F30-8D5FD6E30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49365-1099-4AA3-A1EA-57F6B9527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BD4C7-287F-D3F4-80DD-412067E0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AF2EF0-DD70-3CB4-DB8D-89C795C2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58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0C957D-EE5D-2F57-0ADB-D3E1C3C47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3C946-8CA1-0D0E-E6A6-E49ABD87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40142-C5EF-C514-7B54-73C8A01CC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923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2A68-8CB4-DF2E-29D4-3951B476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11215-2760-3831-848B-AE12C75EA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3F4F-2F5A-0C7B-214A-FDFD7E2976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0DD07-76C5-7182-9197-733B85A7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9123C9-9448-068F-9E42-0FF9BF26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59215-7A38-9D83-6C1B-ABBEB5D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60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806B1-FFD0-4D8A-06EF-65B9D924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FFD9DA-2B0A-8D9B-40C4-906F32B89D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CC0DD3-0689-FB3B-9F40-966CEE335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2492F-E8B8-BCF3-3F36-6070D070B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CAE27-A74C-E28B-135C-33A03B18D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B3BB6B-C15C-C5BB-E310-AE57625F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37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BE8-BB4F-A59C-CC03-572746213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68F9-F24D-CC96-DFDF-96BA503031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EAD1E-AF18-1BE5-864D-E8E83A7F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8AF4E-AC35-6763-4FD5-E28BC793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2C237-91AD-ACF7-1E78-E6871025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977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386549-9272-96F4-733B-023F29D8C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6DD84-F5D0-A6D4-FD45-84596E01E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BDB83-4A42-E260-36E8-A5F0422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FA91-B94E-A673-2B58-96ECDBD9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A8872-9098-E8CE-487A-B595DAC04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2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03EAAD-62D6-410D-9203-F6229C9B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3E65B-FF39-116F-BDFC-441DF0107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B7FD-0A76-2F45-5989-8D14B8D1B5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D80F5-E6C7-6937-F050-755568C143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8F8ED-30C0-355C-F1F9-85F8EF89F1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93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5F216-AE6C-6846-E057-6845FA903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A0591AF-87FF-08B9-1148-7633B9B294BE}"/>
              </a:ext>
            </a:extLst>
          </p:cNvPr>
          <p:cNvSpPr txBox="1"/>
          <p:nvPr/>
        </p:nvSpPr>
        <p:spPr>
          <a:xfrm>
            <a:off x="199672" y="5251381"/>
            <a:ext cx="68419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/>
              <a:t>Core Patterns for Coding with 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7FD4F-8CDC-7F58-DB0F-204636A73D11}"/>
              </a:ext>
            </a:extLst>
          </p:cNvPr>
          <p:cNvSpPr txBox="1"/>
          <p:nvPr/>
        </p:nvSpPr>
        <p:spPr>
          <a:xfrm>
            <a:off x="199672" y="6095192"/>
            <a:ext cx="19235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k Free" panose="020F0502020204030204" pitchFamily="34" charset="0"/>
                <a:ea typeface="Heiti TC Medium" pitchFamily="2" charset="-128"/>
              </a:rPr>
              <a:t>Lada Kesseler</a:t>
            </a:r>
          </a:p>
        </p:txBody>
      </p:sp>
    </p:spTree>
    <p:extLst>
      <p:ext uri="{BB962C8B-B14F-4D97-AF65-F5344CB8AC3E}">
        <p14:creationId xmlns:p14="http://schemas.microsoft.com/office/powerpoint/2010/main" val="2859863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744D0F-8C87-AAA7-FA41-439215B97584}"/>
              </a:ext>
            </a:extLst>
          </p:cNvPr>
          <p:cNvSpPr txBox="1"/>
          <p:nvPr/>
        </p:nvSpPr>
        <p:spPr>
          <a:xfrm>
            <a:off x="2387425" y="3198167"/>
            <a:ext cx="7723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What results are you getting when working with AI?</a:t>
            </a:r>
          </a:p>
        </p:txBody>
      </p:sp>
    </p:spTree>
    <p:extLst>
      <p:ext uri="{BB962C8B-B14F-4D97-AF65-F5344CB8AC3E}">
        <p14:creationId xmlns:p14="http://schemas.microsoft.com/office/powerpoint/2010/main" val="359648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851357-4F66-A784-6B3A-1BB4D7B10BBA}"/>
              </a:ext>
            </a:extLst>
          </p:cNvPr>
          <p:cNvSpPr txBox="1"/>
          <p:nvPr/>
        </p:nvSpPr>
        <p:spPr>
          <a:xfrm>
            <a:off x="5081603" y="305813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AI Experiences</a:t>
            </a:r>
          </a:p>
        </p:txBody>
      </p:sp>
      <p:pic>
        <p:nvPicPr>
          <p:cNvPr id="5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D6F40A61-564F-662A-5ACE-F8942D891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4110" y="1334701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C6BAA8BA-1FB1-63A9-FE7F-9C1EAE1FF142}"/>
              </a:ext>
            </a:extLst>
          </p:cNvPr>
          <p:cNvSpPr/>
          <p:nvPr/>
        </p:nvSpPr>
        <p:spPr>
          <a:xfrm rot="1451758">
            <a:off x="6362835" y="3965574"/>
            <a:ext cx="538385" cy="4614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98011602-56AD-8492-FD63-D8B32B380AC0}"/>
              </a:ext>
            </a:extLst>
          </p:cNvPr>
          <p:cNvSpPr/>
          <p:nvPr/>
        </p:nvSpPr>
        <p:spPr>
          <a:xfrm>
            <a:off x="3458703" y="3734837"/>
            <a:ext cx="477795" cy="461474"/>
          </a:xfrm>
          <a:prstGeom prst="plus">
            <a:avLst>
              <a:gd name="adj" fmla="val 3704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A poop with flies around it&#10;&#10;AI-generated content may be incorrect.">
            <a:extLst>
              <a:ext uri="{FF2B5EF4-FFF2-40B4-BE49-F238E27FC236}">
                <a16:creationId xmlns:a16="http://schemas.microsoft.com/office/drawing/2014/main" id="{D0084942-6648-520E-0C0B-F7DAA3BE6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611" y="3625514"/>
            <a:ext cx="2197100" cy="2070100"/>
          </a:xfrm>
          <a:prstGeom prst="rect">
            <a:avLst/>
          </a:prstGeom>
        </p:spPr>
      </p:pic>
      <p:pic>
        <p:nvPicPr>
          <p:cNvPr id="13" name="Picture 12" descr="A yellow sun with a smiling face&#10;&#10;AI-generated content may be incorrect.">
            <a:extLst>
              <a:ext uri="{FF2B5EF4-FFF2-40B4-BE49-F238E27FC236}">
                <a16:creationId xmlns:a16="http://schemas.microsoft.com/office/drawing/2014/main" id="{7B31F8A3-69BF-FB38-8954-6ED97FD26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4611" y="1188720"/>
            <a:ext cx="2334071" cy="2202866"/>
          </a:xfrm>
          <a:prstGeom prst="rect">
            <a:avLst/>
          </a:prstGeom>
        </p:spPr>
      </p:pic>
      <p:sp>
        <p:nvSpPr>
          <p:cNvPr id="14" name="Right Arrow 13">
            <a:extLst>
              <a:ext uri="{FF2B5EF4-FFF2-40B4-BE49-F238E27FC236}">
                <a16:creationId xmlns:a16="http://schemas.microsoft.com/office/drawing/2014/main" id="{B535FF65-35DE-3E71-8312-0C4628E2FE89}"/>
              </a:ext>
            </a:extLst>
          </p:cNvPr>
          <p:cNvSpPr/>
          <p:nvPr/>
        </p:nvSpPr>
        <p:spPr>
          <a:xfrm rot="20147394">
            <a:off x="6362836" y="2664386"/>
            <a:ext cx="538385" cy="4614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EF901B-213D-6101-BB8B-9F9DF06D85E3}"/>
              </a:ext>
            </a:extLst>
          </p:cNvPr>
          <p:cNvSpPr/>
          <p:nvPr/>
        </p:nvSpPr>
        <p:spPr>
          <a:xfrm>
            <a:off x="2905739" y="4523555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</p:spTree>
    <p:extLst>
      <p:ext uri="{BB962C8B-B14F-4D97-AF65-F5344CB8AC3E}">
        <p14:creationId xmlns:p14="http://schemas.microsoft.com/office/powerpoint/2010/main" val="239693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44785-EDF9-6D56-5B8D-D75610C50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D892E2-B3F6-9ABA-58CE-D607B6A4B208}"/>
              </a:ext>
            </a:extLst>
          </p:cNvPr>
          <p:cNvSpPr txBox="1"/>
          <p:nvPr/>
        </p:nvSpPr>
        <p:spPr>
          <a:xfrm>
            <a:off x="4835366" y="3044279"/>
            <a:ext cx="25212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/>
              <a:t>1. Context</a:t>
            </a:r>
            <a:endParaRPr lang="en-US" sz="44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882831-2C06-7E3E-4AA3-4CE0FAF58776}"/>
              </a:ext>
            </a:extLst>
          </p:cNvPr>
          <p:cNvCxnSpPr/>
          <p:nvPr/>
        </p:nvCxnSpPr>
        <p:spPr>
          <a:xfrm>
            <a:off x="0" y="263007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3D34965-8715-0804-4EB9-4F63DAA90729}"/>
              </a:ext>
            </a:extLst>
          </p:cNvPr>
          <p:cNvCxnSpPr/>
          <p:nvPr/>
        </p:nvCxnSpPr>
        <p:spPr>
          <a:xfrm>
            <a:off x="0" y="4137267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658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16C1E-3BF1-5BCA-54D2-003671A5E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B489582-60D3-1F6A-83C2-9336D5ADDDD5}"/>
              </a:ext>
            </a:extLst>
          </p:cNvPr>
          <p:cNvSpPr/>
          <p:nvPr/>
        </p:nvSpPr>
        <p:spPr>
          <a:xfrm>
            <a:off x="7671271" y="386112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9A48A9-8B92-CB4C-FB5D-DEE32B8440A3}"/>
              </a:ext>
            </a:extLst>
          </p:cNvPr>
          <p:cNvSpPr/>
          <p:nvPr/>
        </p:nvSpPr>
        <p:spPr>
          <a:xfrm>
            <a:off x="1072183" y="2752588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630A1E44-FC9A-4546-9815-15C85EB3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052F15B-16D4-1AD0-B284-2E646CBAC5B5}"/>
              </a:ext>
            </a:extLst>
          </p:cNvPr>
          <p:cNvSpPr/>
          <p:nvPr/>
        </p:nvSpPr>
        <p:spPr>
          <a:xfrm>
            <a:off x="8014103" y="1535413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92298-F806-F511-8206-56AF63AA0467}"/>
              </a:ext>
            </a:extLst>
          </p:cNvPr>
          <p:cNvSpPr/>
          <p:nvPr/>
        </p:nvSpPr>
        <p:spPr>
          <a:xfrm>
            <a:off x="8862742" y="1532381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1C35D9-6E52-6CF4-66C9-9342CE52266D}"/>
              </a:ext>
            </a:extLst>
          </p:cNvPr>
          <p:cNvSpPr/>
          <p:nvPr/>
        </p:nvSpPr>
        <p:spPr>
          <a:xfrm>
            <a:off x="9738694" y="15323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B2B217-2A43-84D7-25B0-75069AA76432}"/>
              </a:ext>
            </a:extLst>
          </p:cNvPr>
          <p:cNvSpPr txBox="1"/>
          <p:nvPr/>
        </p:nvSpPr>
        <p:spPr>
          <a:xfrm>
            <a:off x="8525858" y="754597"/>
            <a:ext cx="20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B5BBDA-0E25-0268-6526-F9F82824559B}"/>
              </a:ext>
            </a:extLst>
          </p:cNvPr>
          <p:cNvSpPr/>
          <p:nvPr/>
        </p:nvSpPr>
        <p:spPr>
          <a:xfrm>
            <a:off x="10618505" y="1545923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F072E2-E323-1262-1E21-2FDFB78A87CC}"/>
              </a:ext>
            </a:extLst>
          </p:cNvPr>
          <p:cNvSpPr/>
          <p:nvPr/>
        </p:nvSpPr>
        <p:spPr>
          <a:xfrm>
            <a:off x="1912279" y="2901473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13A1DB-9C45-6A12-373F-887B57C66ECD}"/>
              </a:ext>
            </a:extLst>
          </p:cNvPr>
          <p:cNvSpPr/>
          <p:nvPr/>
        </p:nvSpPr>
        <p:spPr>
          <a:xfrm>
            <a:off x="1912279" y="1708998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4CE07C-3682-C342-2110-7E4CFA2464E0}"/>
              </a:ext>
            </a:extLst>
          </p:cNvPr>
          <p:cNvSpPr/>
          <p:nvPr/>
        </p:nvSpPr>
        <p:spPr>
          <a:xfrm>
            <a:off x="3024668" y="95255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A2F7A3-B333-9650-8DB4-115AE486DFDA}"/>
              </a:ext>
            </a:extLst>
          </p:cNvPr>
          <p:cNvSpPr txBox="1"/>
          <p:nvPr/>
        </p:nvSpPr>
        <p:spPr>
          <a:xfrm>
            <a:off x="9073940" y="2148823"/>
            <a:ext cx="3731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✅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145859-0529-8B5E-E17E-94D05CB05835}"/>
              </a:ext>
            </a:extLst>
          </p:cNvPr>
          <p:cNvSpPr txBox="1"/>
          <p:nvPr/>
        </p:nvSpPr>
        <p:spPr>
          <a:xfrm>
            <a:off x="8259799" y="2130639"/>
            <a:ext cx="3731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1E1268-7517-2B9F-5614-796E806DB10F}"/>
              </a:ext>
            </a:extLst>
          </p:cNvPr>
          <p:cNvSpPr txBox="1"/>
          <p:nvPr/>
        </p:nvSpPr>
        <p:spPr>
          <a:xfrm>
            <a:off x="9600426" y="2148823"/>
            <a:ext cx="840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❌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FF74A1-96CC-918B-4374-FEEE404B2A8C}"/>
              </a:ext>
            </a:extLst>
          </p:cNvPr>
          <p:cNvSpPr txBox="1"/>
          <p:nvPr/>
        </p:nvSpPr>
        <p:spPr>
          <a:xfrm>
            <a:off x="10444103" y="2141031"/>
            <a:ext cx="840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❌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DD840C-A944-94A0-12DB-BE6F200E10E6}"/>
              </a:ext>
            </a:extLst>
          </p:cNvPr>
          <p:cNvSpPr txBox="1"/>
          <p:nvPr/>
        </p:nvSpPr>
        <p:spPr>
          <a:xfrm>
            <a:off x="4628957" y="3302455"/>
            <a:ext cx="264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You asked it to do a job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B2572D-E232-8B47-2B01-93A50EB31803}"/>
              </a:ext>
            </a:extLst>
          </p:cNvPr>
          <p:cNvSpPr txBox="1"/>
          <p:nvPr/>
        </p:nvSpPr>
        <p:spPr>
          <a:xfrm>
            <a:off x="4628957" y="3749144"/>
            <a:ext cx="5812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But you did not give it enough information to do that job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B6EF7A-B323-4BDE-C92D-D487C5B36E55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852157-672B-9084-3BEF-2B1A7D730987}"/>
              </a:ext>
            </a:extLst>
          </p:cNvPr>
          <p:cNvSpPr/>
          <p:nvPr/>
        </p:nvSpPr>
        <p:spPr>
          <a:xfrm>
            <a:off x="3306814" y="177172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01B4C-042A-479E-B65C-E9F2D7522FA5}"/>
              </a:ext>
            </a:extLst>
          </p:cNvPr>
          <p:cNvSpPr/>
          <p:nvPr/>
        </p:nvSpPr>
        <p:spPr>
          <a:xfrm>
            <a:off x="1297655" y="893683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7B84B0-DC77-855E-2133-9CA600EF3F01}"/>
              </a:ext>
            </a:extLst>
          </p:cNvPr>
          <p:cNvSpPr/>
          <p:nvPr/>
        </p:nvSpPr>
        <p:spPr>
          <a:xfrm>
            <a:off x="2087419" y="605675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456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/>
      <p:bldP spid="11" grpId="0" animBg="1"/>
      <p:bldP spid="12" grpId="0" animBg="1"/>
      <p:bldP spid="2" grpId="0" animBg="1"/>
      <p:bldP spid="4" grpId="0" animBg="1"/>
      <p:bldP spid="14" grpId="0"/>
      <p:bldP spid="15" grpId="0"/>
      <p:bldP spid="19" grpId="0"/>
      <p:bldP spid="20" grpId="0"/>
      <p:bldP spid="21" grpId="0"/>
      <p:bldP spid="22" grpId="0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E10C-5DD7-476E-A4B5-51EC5D7AB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44C5DF5-04B7-2BBB-78C3-271119FCE564}"/>
              </a:ext>
            </a:extLst>
          </p:cNvPr>
          <p:cNvSpPr/>
          <p:nvPr/>
        </p:nvSpPr>
        <p:spPr>
          <a:xfrm>
            <a:off x="7671271" y="386112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D81DAC-FC31-8543-D56E-BEF57792B2F7}"/>
              </a:ext>
            </a:extLst>
          </p:cNvPr>
          <p:cNvSpPr/>
          <p:nvPr/>
        </p:nvSpPr>
        <p:spPr>
          <a:xfrm>
            <a:off x="1072185" y="2759831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08FF9A-941F-21D4-9325-9B8181058450}"/>
              </a:ext>
            </a:extLst>
          </p:cNvPr>
          <p:cNvSpPr/>
          <p:nvPr/>
        </p:nvSpPr>
        <p:spPr>
          <a:xfrm>
            <a:off x="8024613" y="1545923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0097D6-D68F-BFB0-A6F9-2B9ADEA04ABF}"/>
              </a:ext>
            </a:extLst>
          </p:cNvPr>
          <p:cNvSpPr/>
          <p:nvPr/>
        </p:nvSpPr>
        <p:spPr>
          <a:xfrm>
            <a:off x="8862742" y="1532381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658720-34B1-9C1A-753E-95FD2A50048E}"/>
              </a:ext>
            </a:extLst>
          </p:cNvPr>
          <p:cNvSpPr/>
          <p:nvPr/>
        </p:nvSpPr>
        <p:spPr>
          <a:xfrm>
            <a:off x="9738694" y="15323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234207-2F4B-E82C-47F2-231DCAF30D09}"/>
              </a:ext>
            </a:extLst>
          </p:cNvPr>
          <p:cNvSpPr txBox="1"/>
          <p:nvPr/>
        </p:nvSpPr>
        <p:spPr>
          <a:xfrm>
            <a:off x="8525858" y="754597"/>
            <a:ext cx="20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0957C-A6EE-3052-F11E-BF359DC0FBCB}"/>
              </a:ext>
            </a:extLst>
          </p:cNvPr>
          <p:cNvSpPr/>
          <p:nvPr/>
        </p:nvSpPr>
        <p:spPr>
          <a:xfrm>
            <a:off x="10618505" y="1545923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79A83C-AA45-E8E0-CFA5-4476214ED7B3}"/>
              </a:ext>
            </a:extLst>
          </p:cNvPr>
          <p:cNvSpPr/>
          <p:nvPr/>
        </p:nvSpPr>
        <p:spPr>
          <a:xfrm>
            <a:off x="1912279" y="2901473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8604F1-AC31-BF41-A987-D4164C7329CD}"/>
              </a:ext>
            </a:extLst>
          </p:cNvPr>
          <p:cNvSpPr/>
          <p:nvPr/>
        </p:nvSpPr>
        <p:spPr>
          <a:xfrm>
            <a:off x="1347986" y="3561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873F41-735E-230C-DA13-2F188255A51B}"/>
              </a:ext>
            </a:extLst>
          </p:cNvPr>
          <p:cNvSpPr/>
          <p:nvPr/>
        </p:nvSpPr>
        <p:spPr>
          <a:xfrm>
            <a:off x="2047358" y="356151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35FD00-3C67-F795-C951-2ECE7370CB54}"/>
              </a:ext>
            </a:extLst>
          </p:cNvPr>
          <p:cNvSpPr/>
          <p:nvPr/>
        </p:nvSpPr>
        <p:spPr>
          <a:xfrm>
            <a:off x="2746730" y="3568288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31BE2B-2E85-48AB-77E7-D3428E31944E}"/>
              </a:ext>
            </a:extLst>
          </p:cNvPr>
          <p:cNvSpPr/>
          <p:nvPr/>
        </p:nvSpPr>
        <p:spPr>
          <a:xfrm>
            <a:off x="3446102" y="3568288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70E90E-D603-E783-F5FB-7E8DA7F78C0F}"/>
              </a:ext>
            </a:extLst>
          </p:cNvPr>
          <p:cNvSpPr txBox="1"/>
          <p:nvPr/>
        </p:nvSpPr>
        <p:spPr>
          <a:xfrm>
            <a:off x="5181600" y="3279228"/>
            <a:ext cx="871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Task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3C1B30-F9E9-49E9-8142-B3BD13AAE850}"/>
              </a:ext>
            </a:extLst>
          </p:cNvPr>
          <p:cNvSpPr txBox="1"/>
          <p:nvPr/>
        </p:nvSpPr>
        <p:spPr>
          <a:xfrm>
            <a:off x="5181600" y="3751672"/>
            <a:ext cx="5150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Enough information to complete that specific task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71A2FA-90C9-A874-A01B-85AC49321D0C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pic>
        <p:nvPicPr>
          <p:cNvPr id="19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E48ECE62-6CF0-E608-CE93-22014CE1E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D286B96-FC83-FEB3-00AB-A838246E87F7}"/>
              </a:ext>
            </a:extLst>
          </p:cNvPr>
          <p:cNvSpPr/>
          <p:nvPr/>
        </p:nvSpPr>
        <p:spPr>
          <a:xfrm>
            <a:off x="1912279" y="1708998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7BEBA-6039-83C3-8213-D8458821CF90}"/>
              </a:ext>
            </a:extLst>
          </p:cNvPr>
          <p:cNvSpPr/>
          <p:nvPr/>
        </p:nvSpPr>
        <p:spPr>
          <a:xfrm>
            <a:off x="3024668" y="95255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AD928B-68A4-AF01-10B8-17DB8E31C241}"/>
              </a:ext>
            </a:extLst>
          </p:cNvPr>
          <p:cNvSpPr/>
          <p:nvPr/>
        </p:nvSpPr>
        <p:spPr>
          <a:xfrm>
            <a:off x="3306814" y="177172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700614-07F7-2CB3-4354-273883E7734E}"/>
              </a:ext>
            </a:extLst>
          </p:cNvPr>
          <p:cNvSpPr/>
          <p:nvPr/>
        </p:nvSpPr>
        <p:spPr>
          <a:xfrm>
            <a:off x="1297655" y="893683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83D81C-2475-5D44-0531-568EE9F23F04}"/>
              </a:ext>
            </a:extLst>
          </p:cNvPr>
          <p:cNvSpPr/>
          <p:nvPr/>
        </p:nvSpPr>
        <p:spPr>
          <a:xfrm>
            <a:off x="2087419" y="605675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A9B406-8742-9B25-80CB-9B9AB106C2C6}"/>
              </a:ext>
            </a:extLst>
          </p:cNvPr>
          <p:cNvSpPr txBox="1"/>
          <p:nvPr/>
        </p:nvSpPr>
        <p:spPr>
          <a:xfrm>
            <a:off x="4495756" y="2696986"/>
            <a:ext cx="6404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Provide knowledge necessary for AI to do the task</a:t>
            </a:r>
          </a:p>
        </p:txBody>
      </p:sp>
    </p:spTree>
    <p:extLst>
      <p:ext uri="{BB962C8B-B14F-4D97-AF65-F5344CB8AC3E}">
        <p14:creationId xmlns:p14="http://schemas.microsoft.com/office/powerpoint/2010/main" val="3094210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10" grpId="0" animBg="1"/>
      <p:bldP spid="13" grpId="0" animBg="1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AF793-CA8E-7867-0548-220F8FAE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0CB548-B5B2-06AA-2C3F-40C895909C3F}"/>
              </a:ext>
            </a:extLst>
          </p:cNvPr>
          <p:cNvSpPr txBox="1"/>
          <p:nvPr/>
        </p:nvSpPr>
        <p:spPr>
          <a:xfrm>
            <a:off x="1082351" y="3198167"/>
            <a:ext cx="10189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What happens when we want to continue working with AI on the next problem?</a:t>
            </a:r>
          </a:p>
        </p:txBody>
      </p:sp>
    </p:spTree>
    <p:extLst>
      <p:ext uri="{BB962C8B-B14F-4D97-AF65-F5344CB8AC3E}">
        <p14:creationId xmlns:p14="http://schemas.microsoft.com/office/powerpoint/2010/main" val="289474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8C7F8-D872-CDDD-C125-A1816FF90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801DC4D2-6BD6-2122-68F2-72BCE924412A}"/>
              </a:ext>
            </a:extLst>
          </p:cNvPr>
          <p:cNvSpPr/>
          <p:nvPr/>
        </p:nvSpPr>
        <p:spPr>
          <a:xfrm>
            <a:off x="1072183" y="2752588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167710-61C5-DB42-CD5F-DC53E87474E1}"/>
              </a:ext>
            </a:extLst>
          </p:cNvPr>
          <p:cNvSpPr/>
          <p:nvPr/>
        </p:nvSpPr>
        <p:spPr>
          <a:xfrm>
            <a:off x="7671271" y="807174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AA21A68-3F1A-1960-E475-12F22A2DB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A578FFB-55EF-D260-14A0-E0BFEB1F8147}"/>
              </a:ext>
            </a:extLst>
          </p:cNvPr>
          <p:cNvSpPr/>
          <p:nvPr/>
        </p:nvSpPr>
        <p:spPr>
          <a:xfrm>
            <a:off x="8024613" y="1966985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275F0A-E9A0-1F83-22C9-44D5FC1B13DE}"/>
              </a:ext>
            </a:extLst>
          </p:cNvPr>
          <p:cNvSpPr/>
          <p:nvPr/>
        </p:nvSpPr>
        <p:spPr>
          <a:xfrm>
            <a:off x="8862742" y="1953443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A6A94E-3DB2-4978-E5D5-A12B9186AC36}"/>
              </a:ext>
            </a:extLst>
          </p:cNvPr>
          <p:cNvSpPr/>
          <p:nvPr/>
        </p:nvSpPr>
        <p:spPr>
          <a:xfrm>
            <a:off x="9738694" y="1953443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779F6-0A7F-A1B0-988D-F2E7FE3FE204}"/>
              </a:ext>
            </a:extLst>
          </p:cNvPr>
          <p:cNvSpPr txBox="1"/>
          <p:nvPr/>
        </p:nvSpPr>
        <p:spPr>
          <a:xfrm>
            <a:off x="8024613" y="1202743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E5C099-E226-D1BD-B2A9-4ECA15870075}"/>
              </a:ext>
            </a:extLst>
          </p:cNvPr>
          <p:cNvSpPr/>
          <p:nvPr/>
        </p:nvSpPr>
        <p:spPr>
          <a:xfrm>
            <a:off x="10618505" y="1966985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0EA95D-97C7-1B73-18F5-5E2A0AF5F0BB}"/>
              </a:ext>
            </a:extLst>
          </p:cNvPr>
          <p:cNvSpPr/>
          <p:nvPr/>
        </p:nvSpPr>
        <p:spPr>
          <a:xfrm>
            <a:off x="1912279" y="2901473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327A4D-03C3-01A1-F549-9C9F8F81CCD9}"/>
              </a:ext>
            </a:extLst>
          </p:cNvPr>
          <p:cNvSpPr/>
          <p:nvPr/>
        </p:nvSpPr>
        <p:spPr>
          <a:xfrm>
            <a:off x="1347986" y="3561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45A2B-B0C0-1961-F3C8-85B6773DB9E2}"/>
              </a:ext>
            </a:extLst>
          </p:cNvPr>
          <p:cNvSpPr/>
          <p:nvPr/>
        </p:nvSpPr>
        <p:spPr>
          <a:xfrm>
            <a:off x="2047358" y="356151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16C26-CF2B-AD14-2C8F-F352475C5519}"/>
              </a:ext>
            </a:extLst>
          </p:cNvPr>
          <p:cNvSpPr/>
          <p:nvPr/>
        </p:nvSpPr>
        <p:spPr>
          <a:xfrm>
            <a:off x="2746730" y="3568288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777411-217D-722D-9A34-A95E15CA7170}"/>
              </a:ext>
            </a:extLst>
          </p:cNvPr>
          <p:cNvSpPr/>
          <p:nvPr/>
        </p:nvSpPr>
        <p:spPr>
          <a:xfrm>
            <a:off x="3446102" y="3568288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AC4683-D8B9-F68C-957A-34B74F21F153}"/>
              </a:ext>
            </a:extLst>
          </p:cNvPr>
          <p:cNvSpPr/>
          <p:nvPr/>
        </p:nvSpPr>
        <p:spPr>
          <a:xfrm>
            <a:off x="7671271" y="3640222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E26E1-3E45-98A6-6BED-250567241604}"/>
              </a:ext>
            </a:extLst>
          </p:cNvPr>
          <p:cNvSpPr/>
          <p:nvPr/>
        </p:nvSpPr>
        <p:spPr>
          <a:xfrm>
            <a:off x="8024613" y="4800033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D1566F-079E-8B19-74CF-58166778B619}"/>
              </a:ext>
            </a:extLst>
          </p:cNvPr>
          <p:cNvSpPr/>
          <p:nvPr/>
        </p:nvSpPr>
        <p:spPr>
          <a:xfrm>
            <a:off x="8862742" y="4786491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8705DB-0B1A-C9BE-5153-605F39310A72}"/>
              </a:ext>
            </a:extLst>
          </p:cNvPr>
          <p:cNvSpPr/>
          <p:nvPr/>
        </p:nvSpPr>
        <p:spPr>
          <a:xfrm>
            <a:off x="9738694" y="478649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85FFAF-EB9B-F7DE-4340-738554FD6733}"/>
              </a:ext>
            </a:extLst>
          </p:cNvPr>
          <p:cNvSpPr txBox="1"/>
          <p:nvPr/>
        </p:nvSpPr>
        <p:spPr>
          <a:xfrm>
            <a:off x="8024613" y="4035791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6D05C4-1B1F-F303-F905-BF5139EEC43B}"/>
              </a:ext>
            </a:extLst>
          </p:cNvPr>
          <p:cNvSpPr/>
          <p:nvPr/>
        </p:nvSpPr>
        <p:spPr>
          <a:xfrm>
            <a:off x="10618505" y="4772499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FF586-3A4F-B886-0539-48000360906B}"/>
              </a:ext>
            </a:extLst>
          </p:cNvPr>
          <p:cNvSpPr/>
          <p:nvPr/>
        </p:nvSpPr>
        <p:spPr>
          <a:xfrm>
            <a:off x="1397201" y="462871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EFF7C-8AC0-03F5-4DCB-A2250B5D9CF4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4074596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E8600-D567-0511-BD5B-DD39BEE0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785A863B-4989-7344-C231-2F3B9C1229E0}"/>
              </a:ext>
            </a:extLst>
          </p:cNvPr>
          <p:cNvSpPr/>
          <p:nvPr/>
        </p:nvSpPr>
        <p:spPr>
          <a:xfrm>
            <a:off x="1051162" y="2867435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9D394193-6F79-4735-42BB-848734E53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63" y="624898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75488D9-E26A-7BD6-A3E1-4EF4DFCC7118}"/>
              </a:ext>
            </a:extLst>
          </p:cNvPr>
          <p:cNvSpPr/>
          <p:nvPr/>
        </p:nvSpPr>
        <p:spPr>
          <a:xfrm>
            <a:off x="1891258" y="2996066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213C82-D22E-CCB4-21C9-6C4DE7F22245}"/>
              </a:ext>
            </a:extLst>
          </p:cNvPr>
          <p:cNvSpPr/>
          <p:nvPr/>
        </p:nvSpPr>
        <p:spPr>
          <a:xfrm>
            <a:off x="1326965" y="3656110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D125DF-71C9-8F44-98F5-631F32987AD3}"/>
              </a:ext>
            </a:extLst>
          </p:cNvPr>
          <p:cNvSpPr/>
          <p:nvPr/>
        </p:nvSpPr>
        <p:spPr>
          <a:xfrm>
            <a:off x="2026337" y="3656110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D0918-F866-436E-D392-43F0F36B399A}"/>
              </a:ext>
            </a:extLst>
          </p:cNvPr>
          <p:cNvSpPr/>
          <p:nvPr/>
        </p:nvSpPr>
        <p:spPr>
          <a:xfrm>
            <a:off x="2725709" y="36628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17A517-1B5E-10D6-2E5C-1C8A7CB3328C}"/>
              </a:ext>
            </a:extLst>
          </p:cNvPr>
          <p:cNvSpPr/>
          <p:nvPr/>
        </p:nvSpPr>
        <p:spPr>
          <a:xfrm>
            <a:off x="3425081" y="366288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B451492-7006-60A6-713C-4074CE181421}"/>
              </a:ext>
            </a:extLst>
          </p:cNvPr>
          <p:cNvSpPr/>
          <p:nvPr/>
        </p:nvSpPr>
        <p:spPr>
          <a:xfrm>
            <a:off x="1397201" y="462871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1090C4-E81C-4762-B9A1-3B09D1C51046}"/>
              </a:ext>
            </a:extLst>
          </p:cNvPr>
          <p:cNvSpPr/>
          <p:nvPr/>
        </p:nvSpPr>
        <p:spPr>
          <a:xfrm>
            <a:off x="1397200" y="53315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7798D3-AA43-EC2C-958B-AF4799E605EC}"/>
              </a:ext>
            </a:extLst>
          </p:cNvPr>
          <p:cNvSpPr/>
          <p:nvPr/>
        </p:nvSpPr>
        <p:spPr>
          <a:xfrm>
            <a:off x="1397199" y="605391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1BFB8C-ACEB-B03B-7EA0-109503C69406}"/>
              </a:ext>
            </a:extLst>
          </p:cNvPr>
          <p:cNvSpPr txBox="1"/>
          <p:nvPr/>
        </p:nvSpPr>
        <p:spPr>
          <a:xfrm>
            <a:off x="4504183" y="5807871"/>
            <a:ext cx="23540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C00000"/>
                </a:solidFill>
              </a:rPr>
              <a:t>“Compacting...”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8147D9-A1B8-C458-17A2-658D5294B700}"/>
              </a:ext>
            </a:extLst>
          </p:cNvPr>
          <p:cNvSpPr txBox="1"/>
          <p:nvPr/>
        </p:nvSpPr>
        <p:spPr>
          <a:xfrm>
            <a:off x="4564286" y="3656110"/>
            <a:ext cx="3106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We have to start over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904D30-137E-7B41-2BE8-D3A3ABCCC25C}"/>
              </a:ext>
            </a:extLst>
          </p:cNvPr>
          <p:cNvSpPr/>
          <p:nvPr/>
        </p:nvSpPr>
        <p:spPr>
          <a:xfrm>
            <a:off x="8024613" y="65840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19CDF88-580A-D872-BA7C-811A5B91FD23}"/>
              </a:ext>
            </a:extLst>
          </p:cNvPr>
          <p:cNvSpPr/>
          <p:nvPr/>
        </p:nvSpPr>
        <p:spPr>
          <a:xfrm>
            <a:off x="8377955" y="1494311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1EE816-B277-2071-5C65-4FBFF7D6E04A}"/>
              </a:ext>
            </a:extLst>
          </p:cNvPr>
          <p:cNvSpPr/>
          <p:nvPr/>
        </p:nvSpPr>
        <p:spPr>
          <a:xfrm>
            <a:off x="9216084" y="148076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0AD3E-2332-B1B1-F11E-63E9512F2A9F}"/>
              </a:ext>
            </a:extLst>
          </p:cNvPr>
          <p:cNvSpPr/>
          <p:nvPr/>
        </p:nvSpPr>
        <p:spPr>
          <a:xfrm>
            <a:off x="10092036" y="1480769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EED9FC-3E5D-B527-8E72-041CAFE17A14}"/>
              </a:ext>
            </a:extLst>
          </p:cNvPr>
          <p:cNvSpPr txBox="1"/>
          <p:nvPr/>
        </p:nvSpPr>
        <p:spPr>
          <a:xfrm>
            <a:off x="8377955" y="73006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BCD94A8-8D9E-7994-FB53-0BB905276A32}"/>
              </a:ext>
            </a:extLst>
          </p:cNvPr>
          <p:cNvSpPr/>
          <p:nvPr/>
        </p:nvSpPr>
        <p:spPr>
          <a:xfrm>
            <a:off x="10971847" y="149431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A91D9EF-13AD-EAA4-2CCA-51839F485BAC}"/>
              </a:ext>
            </a:extLst>
          </p:cNvPr>
          <p:cNvSpPr/>
          <p:nvPr/>
        </p:nvSpPr>
        <p:spPr>
          <a:xfrm>
            <a:off x="8024613" y="262788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8BCD971-E7BD-4F7D-3EB5-E7FB047A76B1}"/>
              </a:ext>
            </a:extLst>
          </p:cNvPr>
          <p:cNvSpPr/>
          <p:nvPr/>
        </p:nvSpPr>
        <p:spPr>
          <a:xfrm>
            <a:off x="8377955" y="3508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29892A-69A1-4EC5-A883-EE6C0F25A6B9}"/>
              </a:ext>
            </a:extLst>
          </p:cNvPr>
          <p:cNvSpPr/>
          <p:nvPr/>
        </p:nvSpPr>
        <p:spPr>
          <a:xfrm>
            <a:off x="9216084" y="3494975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C53212F-AB5A-38EB-0B0F-16F280347627}"/>
              </a:ext>
            </a:extLst>
          </p:cNvPr>
          <p:cNvSpPr/>
          <p:nvPr/>
        </p:nvSpPr>
        <p:spPr>
          <a:xfrm>
            <a:off x="10092036" y="3494975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E8C83CC-36FC-0BDA-099E-74B5CEA8E740}"/>
              </a:ext>
            </a:extLst>
          </p:cNvPr>
          <p:cNvSpPr txBox="1"/>
          <p:nvPr/>
        </p:nvSpPr>
        <p:spPr>
          <a:xfrm>
            <a:off x="8377955" y="2744275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8347EC9-40C5-B0C6-CE67-58151EA85D24}"/>
              </a:ext>
            </a:extLst>
          </p:cNvPr>
          <p:cNvSpPr/>
          <p:nvPr/>
        </p:nvSpPr>
        <p:spPr>
          <a:xfrm>
            <a:off x="10971847" y="3480983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D61D7D-F8D6-1960-FAD9-8883CF95A77B}"/>
              </a:ext>
            </a:extLst>
          </p:cNvPr>
          <p:cNvSpPr/>
          <p:nvPr/>
        </p:nvSpPr>
        <p:spPr>
          <a:xfrm>
            <a:off x="8022026" y="4597369"/>
            <a:ext cx="3795515" cy="16987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2DAF8C-2B9D-E037-8489-4500A9D458B7}"/>
              </a:ext>
            </a:extLst>
          </p:cNvPr>
          <p:cNvSpPr/>
          <p:nvPr/>
        </p:nvSpPr>
        <p:spPr>
          <a:xfrm>
            <a:off x="9213497" y="5499126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4667F-14A0-30CE-95B4-66A70E85E544}"/>
              </a:ext>
            </a:extLst>
          </p:cNvPr>
          <p:cNvSpPr txBox="1"/>
          <p:nvPr/>
        </p:nvSpPr>
        <p:spPr>
          <a:xfrm>
            <a:off x="8398334" y="4760886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4E7E2B9-642C-09DD-8289-EDC69D3BAB7F}"/>
              </a:ext>
            </a:extLst>
          </p:cNvPr>
          <p:cNvSpPr/>
          <p:nvPr/>
        </p:nvSpPr>
        <p:spPr>
          <a:xfrm>
            <a:off x="10969260" y="548513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A3AF01B-4147-9FEA-C3C9-09167C04BD23}"/>
              </a:ext>
            </a:extLst>
          </p:cNvPr>
          <p:cNvSpPr/>
          <p:nvPr/>
        </p:nvSpPr>
        <p:spPr>
          <a:xfrm>
            <a:off x="8408583" y="5499126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D57357E-238F-0C5F-07EE-6E95B4C39B1B}"/>
              </a:ext>
            </a:extLst>
          </p:cNvPr>
          <p:cNvSpPr/>
          <p:nvPr/>
        </p:nvSpPr>
        <p:spPr>
          <a:xfrm>
            <a:off x="10089448" y="549912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40B969-0CF9-62C9-9762-C2353F7F1C1C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AE3F69-05ED-4632-0DCD-B6DEDF78B0E3}"/>
              </a:ext>
            </a:extLst>
          </p:cNvPr>
          <p:cNvSpPr txBox="1"/>
          <p:nvPr/>
        </p:nvSpPr>
        <p:spPr>
          <a:xfrm>
            <a:off x="4564285" y="2996066"/>
            <a:ext cx="34603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Limited context window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F3FFDA-BE2D-250C-0012-9693E53F4607}"/>
              </a:ext>
            </a:extLst>
          </p:cNvPr>
          <p:cNvSpPr txBox="1"/>
          <p:nvPr/>
        </p:nvSpPr>
        <p:spPr>
          <a:xfrm>
            <a:off x="4504182" y="6269536"/>
            <a:ext cx="4709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C00000"/>
                </a:solidFill>
              </a:rPr>
              <a:t>“Please start a new conversation”</a:t>
            </a:r>
          </a:p>
        </p:txBody>
      </p:sp>
    </p:spTree>
    <p:extLst>
      <p:ext uri="{BB962C8B-B14F-4D97-AF65-F5344CB8AC3E}">
        <p14:creationId xmlns:p14="http://schemas.microsoft.com/office/powerpoint/2010/main" val="696656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/>
      <p:bldP spid="62" grpId="0"/>
      <p:bldP spid="6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8E6824-25FA-F5FF-621E-192B152DBDCC}"/>
              </a:ext>
            </a:extLst>
          </p:cNvPr>
          <p:cNvSpPr txBox="1"/>
          <p:nvPr/>
        </p:nvSpPr>
        <p:spPr>
          <a:xfrm>
            <a:off x="3048000" y="264787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Can’t continue one infinite conversation with AI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69C1B-CD0B-B8F3-3CAE-BB84FE5F27A9}"/>
              </a:ext>
            </a:extLst>
          </p:cNvPr>
          <p:cNvSpPr txBox="1"/>
          <p:nvPr/>
        </p:nvSpPr>
        <p:spPr>
          <a:xfrm>
            <a:off x="4163163" y="3748466"/>
            <a:ext cx="3865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We have to start from scratch</a:t>
            </a:r>
          </a:p>
        </p:txBody>
      </p:sp>
    </p:spTree>
    <p:extLst>
      <p:ext uri="{BB962C8B-B14F-4D97-AF65-F5344CB8AC3E}">
        <p14:creationId xmlns:p14="http://schemas.microsoft.com/office/powerpoint/2010/main" val="235614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38EBC-B9F3-CD70-C2FF-B677D611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B62BE2D-18B9-0A2C-BB1B-1598BFD94903}"/>
              </a:ext>
            </a:extLst>
          </p:cNvPr>
          <p:cNvSpPr/>
          <p:nvPr/>
        </p:nvSpPr>
        <p:spPr>
          <a:xfrm>
            <a:off x="1051164" y="2854424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75E6949A-2B88-119A-63DA-5EFCD60267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63" y="624898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1BC4913-D81F-631F-1FB9-970F1D8B9498}"/>
              </a:ext>
            </a:extLst>
          </p:cNvPr>
          <p:cNvSpPr/>
          <p:nvPr/>
        </p:nvSpPr>
        <p:spPr>
          <a:xfrm>
            <a:off x="1891258" y="2996066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718EEE-AF84-8214-647D-E3D246D21B30}"/>
              </a:ext>
            </a:extLst>
          </p:cNvPr>
          <p:cNvSpPr/>
          <p:nvPr/>
        </p:nvSpPr>
        <p:spPr>
          <a:xfrm>
            <a:off x="8024613" y="65840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73B9CD-4849-5A77-2832-CFCDFD3CB965}"/>
              </a:ext>
            </a:extLst>
          </p:cNvPr>
          <p:cNvSpPr/>
          <p:nvPr/>
        </p:nvSpPr>
        <p:spPr>
          <a:xfrm>
            <a:off x="8377955" y="1494311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786FDC-0763-2E8E-8653-111C54E84EF3}"/>
              </a:ext>
            </a:extLst>
          </p:cNvPr>
          <p:cNvSpPr/>
          <p:nvPr/>
        </p:nvSpPr>
        <p:spPr>
          <a:xfrm>
            <a:off x="9216084" y="148076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B02B7E-DC98-D095-9A26-5492003E0DED}"/>
              </a:ext>
            </a:extLst>
          </p:cNvPr>
          <p:cNvSpPr/>
          <p:nvPr/>
        </p:nvSpPr>
        <p:spPr>
          <a:xfrm>
            <a:off x="10092036" y="1480769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52A05C-B475-90FE-8D05-9347A9A39F47}"/>
              </a:ext>
            </a:extLst>
          </p:cNvPr>
          <p:cNvSpPr txBox="1"/>
          <p:nvPr/>
        </p:nvSpPr>
        <p:spPr>
          <a:xfrm>
            <a:off x="8377955" y="73006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A3E42-40C7-3FD7-2C01-EB86E2DC03E5}"/>
              </a:ext>
            </a:extLst>
          </p:cNvPr>
          <p:cNvSpPr/>
          <p:nvPr/>
        </p:nvSpPr>
        <p:spPr>
          <a:xfrm>
            <a:off x="10971847" y="149431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71102D-1EB4-B946-287B-D45006B8E4DA}"/>
              </a:ext>
            </a:extLst>
          </p:cNvPr>
          <p:cNvSpPr/>
          <p:nvPr/>
        </p:nvSpPr>
        <p:spPr>
          <a:xfrm>
            <a:off x="8024613" y="262788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544EF-3AA8-644B-7C94-46C63494D072}"/>
              </a:ext>
            </a:extLst>
          </p:cNvPr>
          <p:cNvSpPr/>
          <p:nvPr/>
        </p:nvSpPr>
        <p:spPr>
          <a:xfrm>
            <a:off x="8377955" y="3508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6223B8-8B35-2D83-0139-4461504095C8}"/>
              </a:ext>
            </a:extLst>
          </p:cNvPr>
          <p:cNvSpPr/>
          <p:nvPr/>
        </p:nvSpPr>
        <p:spPr>
          <a:xfrm>
            <a:off x="9216084" y="3494975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44E2A5-F10A-F59B-9EDD-C5C758CFC048}"/>
              </a:ext>
            </a:extLst>
          </p:cNvPr>
          <p:cNvSpPr/>
          <p:nvPr/>
        </p:nvSpPr>
        <p:spPr>
          <a:xfrm>
            <a:off x="10092036" y="3494975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F32F81-2B95-C04E-FB06-CE00C001B5DC}"/>
              </a:ext>
            </a:extLst>
          </p:cNvPr>
          <p:cNvSpPr txBox="1"/>
          <p:nvPr/>
        </p:nvSpPr>
        <p:spPr>
          <a:xfrm>
            <a:off x="8377955" y="2744275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775E6C-7486-6B52-DBF2-5FECD5C1C709}"/>
              </a:ext>
            </a:extLst>
          </p:cNvPr>
          <p:cNvSpPr/>
          <p:nvPr/>
        </p:nvSpPr>
        <p:spPr>
          <a:xfrm>
            <a:off x="10971847" y="3480983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AEA962-4FD0-3A38-0A2B-7D0D5891297D}"/>
              </a:ext>
            </a:extLst>
          </p:cNvPr>
          <p:cNvSpPr/>
          <p:nvPr/>
        </p:nvSpPr>
        <p:spPr>
          <a:xfrm>
            <a:off x="8024613" y="4534372"/>
            <a:ext cx="3795515" cy="16987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A4CAE2-6430-3124-1CFD-DC869E683C9B}"/>
              </a:ext>
            </a:extLst>
          </p:cNvPr>
          <p:cNvSpPr/>
          <p:nvPr/>
        </p:nvSpPr>
        <p:spPr>
          <a:xfrm>
            <a:off x="9216084" y="543612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97F14F-F511-154A-71C2-2850A930F30A}"/>
              </a:ext>
            </a:extLst>
          </p:cNvPr>
          <p:cNvSpPr txBox="1"/>
          <p:nvPr/>
        </p:nvSpPr>
        <p:spPr>
          <a:xfrm>
            <a:off x="8400921" y="469788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4961B5-9E1C-7C41-ECCD-D4CB0E75A260}"/>
              </a:ext>
            </a:extLst>
          </p:cNvPr>
          <p:cNvSpPr/>
          <p:nvPr/>
        </p:nvSpPr>
        <p:spPr>
          <a:xfrm>
            <a:off x="10971847" y="5422137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54AF145-8790-949D-0216-9FD8434AF575}"/>
              </a:ext>
            </a:extLst>
          </p:cNvPr>
          <p:cNvSpPr/>
          <p:nvPr/>
        </p:nvSpPr>
        <p:spPr>
          <a:xfrm>
            <a:off x="8411170" y="54361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2C1177-C1F0-E562-025F-D89269F16E7A}"/>
              </a:ext>
            </a:extLst>
          </p:cNvPr>
          <p:cNvSpPr/>
          <p:nvPr/>
        </p:nvSpPr>
        <p:spPr>
          <a:xfrm>
            <a:off x="10092035" y="5436129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22D454-FBCF-5549-975C-112E131E965A}"/>
              </a:ext>
            </a:extLst>
          </p:cNvPr>
          <p:cNvSpPr txBox="1"/>
          <p:nvPr/>
        </p:nvSpPr>
        <p:spPr>
          <a:xfrm>
            <a:off x="5156253" y="3198681"/>
            <a:ext cx="2071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forgot everything!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ED14B8-D33A-C779-6212-D8C9692485F2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EF7DD4B-C82D-DC89-B6CD-4ACE455F9549}"/>
              </a:ext>
            </a:extLst>
          </p:cNvPr>
          <p:cNvSpPr/>
          <p:nvPr/>
        </p:nvSpPr>
        <p:spPr>
          <a:xfrm>
            <a:off x="1326965" y="3656110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20AF5-F8A2-2987-61E6-9354F331BCFF}"/>
              </a:ext>
            </a:extLst>
          </p:cNvPr>
          <p:cNvSpPr/>
          <p:nvPr/>
        </p:nvSpPr>
        <p:spPr>
          <a:xfrm>
            <a:off x="2026337" y="3656110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B5D0771-283B-2DAB-F125-A73AD4848C4A}"/>
              </a:ext>
            </a:extLst>
          </p:cNvPr>
          <p:cNvSpPr/>
          <p:nvPr/>
        </p:nvSpPr>
        <p:spPr>
          <a:xfrm>
            <a:off x="2725709" y="36628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E558B3C-B952-CD03-6D3D-7EFAA3186279}"/>
              </a:ext>
            </a:extLst>
          </p:cNvPr>
          <p:cNvSpPr/>
          <p:nvPr/>
        </p:nvSpPr>
        <p:spPr>
          <a:xfrm>
            <a:off x="3425081" y="366288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714DEE3-28F6-E2C4-61B5-80D708D70DB9}"/>
              </a:ext>
            </a:extLst>
          </p:cNvPr>
          <p:cNvSpPr/>
          <p:nvPr/>
        </p:nvSpPr>
        <p:spPr>
          <a:xfrm>
            <a:off x="1397201" y="462871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87ECC52-9244-FA07-7DE5-A166B1C2A05E}"/>
              </a:ext>
            </a:extLst>
          </p:cNvPr>
          <p:cNvSpPr/>
          <p:nvPr/>
        </p:nvSpPr>
        <p:spPr>
          <a:xfrm>
            <a:off x="1397200" y="53315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08E74-C99B-2C12-1464-9D7EC118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541B6245-2C80-0923-FB58-4D5201CC1025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Problem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886734-93F3-AC13-79F2-EF432AAAE81E}"/>
              </a:ext>
            </a:extLst>
          </p:cNvPr>
          <p:cNvSpPr txBox="1"/>
          <p:nvPr/>
        </p:nvSpPr>
        <p:spPr>
          <a:xfrm>
            <a:off x="3112638" y="2967335"/>
            <a:ext cx="5593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AI forgets all previous experiences with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A0E4C-999D-83DA-A680-851CA1A0ADEE}"/>
              </a:ext>
            </a:extLst>
          </p:cNvPr>
          <p:cNvSpPr txBox="1"/>
          <p:nvPr/>
        </p:nvSpPr>
        <p:spPr>
          <a:xfrm>
            <a:off x="3863452" y="4015713"/>
            <a:ext cx="4091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How do you start from scratch?</a:t>
            </a:r>
          </a:p>
        </p:txBody>
      </p:sp>
    </p:spTree>
    <p:extLst>
      <p:ext uri="{BB962C8B-B14F-4D97-AF65-F5344CB8AC3E}">
        <p14:creationId xmlns:p14="http://schemas.microsoft.com/office/powerpoint/2010/main" val="702450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F351E-A7BA-C9D0-A447-A510C658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698B0C-35A4-A6E1-7761-94531F64EA39}"/>
              </a:ext>
            </a:extLst>
          </p:cNvPr>
          <p:cNvSpPr/>
          <p:nvPr/>
        </p:nvSpPr>
        <p:spPr>
          <a:xfrm>
            <a:off x="1051164" y="2854424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21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B0A91994-F655-74D0-0CA3-07BADFFC5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63" y="624898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A51AAC-2272-47B6-36A5-7BDCEF7C57B7}"/>
              </a:ext>
            </a:extLst>
          </p:cNvPr>
          <p:cNvSpPr/>
          <p:nvPr/>
        </p:nvSpPr>
        <p:spPr>
          <a:xfrm>
            <a:off x="1891258" y="2996066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83CF5B-13F3-06E4-6322-26C1B9B8C077}"/>
              </a:ext>
            </a:extLst>
          </p:cNvPr>
          <p:cNvSpPr/>
          <p:nvPr/>
        </p:nvSpPr>
        <p:spPr>
          <a:xfrm>
            <a:off x="8422161" y="219027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B7923-B2A1-B3AF-676B-A04B8B836C46}"/>
              </a:ext>
            </a:extLst>
          </p:cNvPr>
          <p:cNvSpPr txBox="1"/>
          <p:nvPr/>
        </p:nvSpPr>
        <p:spPr>
          <a:xfrm>
            <a:off x="8986454" y="2257402"/>
            <a:ext cx="12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project.md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BE3B45F-4DF6-A49B-3B0F-D44602F3E8FB}"/>
              </a:ext>
            </a:extLst>
          </p:cNvPr>
          <p:cNvSpPr/>
          <p:nvPr/>
        </p:nvSpPr>
        <p:spPr>
          <a:xfrm>
            <a:off x="8422161" y="2996066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E8B8C0-247A-0DCB-0FFA-AF5D9FA3131D}"/>
              </a:ext>
            </a:extLst>
          </p:cNvPr>
          <p:cNvSpPr txBox="1"/>
          <p:nvPr/>
        </p:nvSpPr>
        <p:spPr>
          <a:xfrm>
            <a:off x="9028228" y="3021644"/>
            <a:ext cx="1871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API_reference.md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8B967-7239-79B3-4D41-C2F22ABEF46E}"/>
              </a:ext>
            </a:extLst>
          </p:cNvPr>
          <p:cNvSpPr txBox="1"/>
          <p:nvPr/>
        </p:nvSpPr>
        <p:spPr>
          <a:xfrm>
            <a:off x="9032366" y="3835067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map.md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A07660-DA0F-E794-A421-2ACF0ABD5568}"/>
              </a:ext>
            </a:extLst>
          </p:cNvPr>
          <p:cNvSpPr/>
          <p:nvPr/>
        </p:nvSpPr>
        <p:spPr>
          <a:xfrm>
            <a:off x="8434701" y="3801855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BF0B8C7-EE68-E949-21CD-6F0FB2ADBE21}"/>
              </a:ext>
            </a:extLst>
          </p:cNvPr>
          <p:cNvSpPr/>
          <p:nvPr/>
        </p:nvSpPr>
        <p:spPr>
          <a:xfrm>
            <a:off x="8422160" y="4580348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C51588-06B7-73D6-3A05-4A4A9D111919}"/>
              </a:ext>
            </a:extLst>
          </p:cNvPr>
          <p:cNvSpPr txBox="1"/>
          <p:nvPr/>
        </p:nvSpPr>
        <p:spPr>
          <a:xfrm>
            <a:off x="9091176" y="4618588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todo.md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4C84E8-2F27-4AF1-AD01-AABEFD9381E5}"/>
              </a:ext>
            </a:extLst>
          </p:cNvPr>
          <p:cNvSpPr txBox="1"/>
          <p:nvPr/>
        </p:nvSpPr>
        <p:spPr>
          <a:xfrm>
            <a:off x="8256802" y="1353731"/>
            <a:ext cx="2551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Put knowledge into files</a:t>
            </a:r>
            <a:r>
              <a:rPr lang="en-US" b="1"/>
              <a:t>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F739BA-C653-CC70-9341-16312AFAD55F}"/>
              </a:ext>
            </a:extLst>
          </p:cNvPr>
          <p:cNvSpPr txBox="1"/>
          <p:nvPr/>
        </p:nvSpPr>
        <p:spPr>
          <a:xfrm>
            <a:off x="5412828" y="2995448"/>
            <a:ext cx="2130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“Read @project.md”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5F38B1-4275-F92A-307F-A658BAEC0B20}"/>
              </a:ext>
            </a:extLst>
          </p:cNvPr>
          <p:cNvSpPr/>
          <p:nvPr/>
        </p:nvSpPr>
        <p:spPr>
          <a:xfrm>
            <a:off x="1326965" y="3642948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7FBD-4880-07EA-514B-E075FA8237B3}"/>
              </a:ext>
            </a:extLst>
          </p:cNvPr>
          <p:cNvSpPr txBox="1"/>
          <p:nvPr/>
        </p:nvSpPr>
        <p:spPr>
          <a:xfrm>
            <a:off x="5171090" y="273269"/>
            <a:ext cx="349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key pattern: </a:t>
            </a:r>
            <a:r>
              <a:rPr lang="en-US" b="1"/>
              <a:t>Knowledge Document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037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25" grpId="0" animBg="1"/>
      <p:bldP spid="32" grpId="0"/>
      <p:bldP spid="34" grpId="0"/>
      <p:bldP spid="35" grpId="0" animBg="1"/>
      <p:bldP spid="38" grpId="0" animBg="1"/>
      <p:bldP spid="39" grpId="0"/>
      <p:bldP spid="40" grpId="0"/>
      <p:bldP spid="2" grpId="0"/>
      <p:bldP spid="3" grpId="0" animBg="1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7B16-3CF9-E923-27BF-C3F93FF4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CB57900D-F923-115C-E261-102F8A81F365}"/>
              </a:ext>
            </a:extLst>
          </p:cNvPr>
          <p:cNvSpPr txBox="1">
            <a:spLocks/>
          </p:cNvSpPr>
          <p:nvPr/>
        </p:nvSpPr>
        <p:spPr>
          <a:xfrm>
            <a:off x="4543547" y="401980"/>
            <a:ext cx="2939819" cy="99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Takeaways so far</a:t>
            </a:r>
          </a:p>
          <a:p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97ABDA-D094-5754-2C99-11B905F4EF89}"/>
              </a:ext>
            </a:extLst>
          </p:cNvPr>
          <p:cNvSpPr txBox="1"/>
          <p:nvPr/>
        </p:nvSpPr>
        <p:spPr>
          <a:xfrm>
            <a:off x="7842169" y="1867313"/>
            <a:ext cx="2959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Context Management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C170FA-A861-1E04-0726-1B2C5F48A0D2}"/>
              </a:ext>
            </a:extLst>
          </p:cNvPr>
          <p:cNvSpPr txBox="1"/>
          <p:nvPr/>
        </p:nvSpPr>
        <p:spPr>
          <a:xfrm>
            <a:off x="612076" y="2170439"/>
            <a:ext cx="55046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548235"/>
                </a:solidFill>
              </a:rPr>
              <a:t>Solution: Give it all the knowledge it needs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E30BD9-72F1-115E-6726-F7CF51D50A23}"/>
              </a:ext>
            </a:extLst>
          </p:cNvPr>
          <p:cNvSpPr txBox="1"/>
          <p:nvPr/>
        </p:nvSpPr>
        <p:spPr>
          <a:xfrm>
            <a:off x="609323" y="4470083"/>
            <a:ext cx="6353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548235"/>
                </a:solidFill>
              </a:rPr>
              <a:t>Solution: Save knowledge to files for easy restarts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D60BCE-BB27-5456-E09D-A46DE6A42DC2}"/>
              </a:ext>
            </a:extLst>
          </p:cNvPr>
          <p:cNvSpPr txBox="1"/>
          <p:nvPr/>
        </p:nvSpPr>
        <p:spPr>
          <a:xfrm>
            <a:off x="7842169" y="3982292"/>
            <a:ext cx="29990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Core Pattern </a:t>
            </a:r>
          </a:p>
          <a:p>
            <a:pPr algn="ctr"/>
            <a:r>
              <a:rPr lang="en-US" sz="2400" b="1"/>
              <a:t>Knowledge Document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A99A68-7020-DBF0-1279-41DC315336DE}"/>
              </a:ext>
            </a:extLst>
          </p:cNvPr>
          <p:cNvSpPr txBox="1"/>
          <p:nvPr/>
        </p:nvSpPr>
        <p:spPr>
          <a:xfrm>
            <a:off x="612076" y="1706001"/>
            <a:ext cx="5819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Problem: AI fails without enough information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474921-6E0E-FF54-0465-DEFB88C26456}"/>
              </a:ext>
            </a:extLst>
          </p:cNvPr>
          <p:cNvSpPr txBox="1"/>
          <p:nvPr/>
        </p:nvSpPr>
        <p:spPr>
          <a:xfrm>
            <a:off x="609323" y="3936126"/>
            <a:ext cx="6027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Problem: Can’t have an infinite AI conversation</a:t>
            </a:r>
          </a:p>
        </p:txBody>
      </p:sp>
    </p:spTree>
    <p:extLst>
      <p:ext uri="{BB962C8B-B14F-4D97-AF65-F5344CB8AC3E}">
        <p14:creationId xmlns:p14="http://schemas.microsoft.com/office/powerpoint/2010/main" val="10750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6" grpId="0"/>
      <p:bldP spid="21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8984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B9E08-D988-4743-50DC-5EE0F32C4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555FA-04C8-AAD8-4B93-800FE128DC75}"/>
              </a:ext>
            </a:extLst>
          </p:cNvPr>
          <p:cNvSpPr txBox="1"/>
          <p:nvPr/>
        </p:nvSpPr>
        <p:spPr>
          <a:xfrm>
            <a:off x="3076832" y="3954162"/>
            <a:ext cx="66204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Thought: You could give it all your practices, but if some of them are </a:t>
            </a:r>
          </a:p>
          <a:p>
            <a:r>
              <a:rPr lang="en-US"/>
              <a:t>not relevant to what you’re doing, theywill distract the agent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28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4002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323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5B10-6E1B-7689-29AF-CEC782AD1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8734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E930F-5ECB-62C8-BC4C-FE23B864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3328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F0E7B-488E-E633-AC63-FD437337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177C77-07D3-FAD5-3A0A-EBF25479FDCF}"/>
              </a:ext>
            </a:extLst>
          </p:cNvPr>
          <p:cNvSpPr txBox="1"/>
          <p:nvPr/>
        </p:nvSpPr>
        <p:spPr>
          <a:xfrm>
            <a:off x="3076832" y="3954162"/>
            <a:ext cx="66204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Thought: You could give it all your practices, but if some of them are </a:t>
            </a:r>
          </a:p>
          <a:p>
            <a:r>
              <a:rPr lang="en-US"/>
              <a:t>not relevant to what you’re doing, theywill distract the agent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208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A46C8-813B-7BDA-0078-693843D08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79414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A19CB-5878-CAB3-1EC9-775411AB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74F552-EF6C-5C54-5A2E-EBEFBBE20732}"/>
              </a:ext>
            </a:extLst>
          </p:cNvPr>
          <p:cNvSpPr txBox="1"/>
          <p:nvPr/>
        </p:nvSpPr>
        <p:spPr>
          <a:xfrm>
            <a:off x="2986514" y="2967335"/>
            <a:ext cx="5593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AI forgets all previous experiences with you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2D448E3-88DE-5F35-893F-C9499D9C9EA1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Problem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D231E-8FC6-D536-BE21-FA3E76D4F303}"/>
              </a:ext>
            </a:extLst>
          </p:cNvPr>
          <p:cNvSpPr txBox="1"/>
          <p:nvPr/>
        </p:nvSpPr>
        <p:spPr>
          <a:xfrm>
            <a:off x="7871255" y="5622324"/>
            <a:ext cx="1077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amnesia?</a:t>
            </a:r>
          </a:p>
          <a:p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676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A5D5-7DCE-F455-5FEC-C07B5BEC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E9042E-B414-F058-3D56-8063F2B970D1}"/>
              </a:ext>
            </a:extLst>
          </p:cNvPr>
          <p:cNvSpPr txBox="1"/>
          <p:nvPr/>
        </p:nvSpPr>
        <p:spPr>
          <a:xfrm>
            <a:off x="3620529" y="3013501"/>
            <a:ext cx="4556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not wanting to close the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having to repeat yourself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8BBB71D-6F5C-13C6-52EA-A369DBD57873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Symptoms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27978-EFFD-672A-03E9-1BF2CF7FC939}"/>
              </a:ext>
            </a:extLst>
          </p:cNvPr>
          <p:cNvSpPr txBox="1"/>
          <p:nvPr/>
        </p:nvSpPr>
        <p:spPr>
          <a:xfrm>
            <a:off x="1754659" y="4856206"/>
            <a:ext cx="101314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Having to repeat yourself - every session, re-explaining the same things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Not wanting to close the window because you invested so much into this 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YOU become its memory - you're the one doing all the remembering, and it's exhausting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Every new session is a stranger - all the understanding, all the teaching, gone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Effort evaporates - you put real work into getting it to understand you, and that work just disappears</a:t>
            </a:r>
          </a:p>
        </p:txBody>
      </p:sp>
    </p:spTree>
    <p:extLst>
      <p:ext uri="{BB962C8B-B14F-4D97-AF65-F5344CB8AC3E}">
        <p14:creationId xmlns:p14="http://schemas.microsoft.com/office/powerpoint/2010/main" val="4223055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8EA80-7A0C-B457-AC0A-C24D41450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EAF76-E88F-6ED3-188D-CD05EDD2B1E7}"/>
              </a:ext>
            </a:extLst>
          </p:cNvPr>
          <p:cNvSpPr txBox="1"/>
          <p:nvPr/>
        </p:nvSpPr>
        <p:spPr>
          <a:xfrm>
            <a:off x="4609070" y="3059668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?</a:t>
            </a:r>
            <a:endParaRPr lang="en-US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6F20BEE-9BF7-8B9D-7015-5F25AC9CC0F0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Story</a:t>
            </a:r>
            <a:endParaRPr lang="en-US" sz="3200" b="1" i="1">
              <a:latin typeface="Ink Free" panose="030804020005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754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E4F1D-C7BD-9350-E6A9-9EEFF348D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97C90F-1143-1027-329C-E475766EA184}"/>
              </a:ext>
            </a:extLst>
          </p:cNvPr>
          <p:cNvSpPr txBox="1"/>
          <p:nvPr/>
        </p:nvSpPr>
        <p:spPr>
          <a:xfrm>
            <a:off x="3954161" y="2951717"/>
            <a:ext cx="27429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AI has no memory</a:t>
            </a:r>
          </a:p>
          <a:p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Obstacle: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/>
              <a:t>Cannot learn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30FCBEC-AC19-D978-0ABC-91486164744C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Cause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3F672-2330-FEBD-137F-AD69DB3935B8}"/>
              </a:ext>
            </a:extLst>
          </p:cNvPr>
          <p:cNvSpPr txBox="1"/>
          <p:nvPr/>
        </p:nvSpPr>
        <p:spPr>
          <a:xfrm>
            <a:off x="1018917" y="5059382"/>
            <a:ext cx="101541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Fixed weights — you can't teach it through conversation with you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Statelessness — what looks like memory is just re-reading the conversation each time. Close the window, it's gone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</a:rPr>
              <a:t>It is not remembering, i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t is re-reading</a:t>
            </a:r>
          </a:p>
        </p:txBody>
      </p:sp>
    </p:spTree>
    <p:extLst>
      <p:ext uri="{BB962C8B-B14F-4D97-AF65-F5344CB8AC3E}">
        <p14:creationId xmlns:p14="http://schemas.microsoft.com/office/powerpoint/2010/main" val="2969787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497F7-2BE7-642D-BDAD-AF907FE1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9C5639-FCA1-EF64-2E66-91515C66E681}"/>
              </a:ext>
            </a:extLst>
          </p:cNvPr>
          <p:cNvSpPr/>
          <p:nvPr/>
        </p:nvSpPr>
        <p:spPr>
          <a:xfrm>
            <a:off x="2333297" y="2007476"/>
            <a:ext cx="1471448" cy="328973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2B9621-5799-8DC1-35BE-AC6A382C223E}"/>
              </a:ext>
            </a:extLst>
          </p:cNvPr>
          <p:cNvSpPr txBox="1"/>
          <p:nvPr/>
        </p:nvSpPr>
        <p:spPr>
          <a:xfrm>
            <a:off x="2511973" y="168165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learned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AE3A43-87AC-5FF5-DEA5-4527B8604906}"/>
              </a:ext>
            </a:extLst>
          </p:cNvPr>
          <p:cNvSpPr/>
          <p:nvPr/>
        </p:nvSpPr>
        <p:spPr>
          <a:xfrm>
            <a:off x="4776952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4FE3B-7381-3985-395C-E7C3A9777A2B}"/>
              </a:ext>
            </a:extLst>
          </p:cNvPr>
          <p:cNvSpPr txBox="1"/>
          <p:nvPr/>
        </p:nvSpPr>
        <p:spPr>
          <a:xfrm>
            <a:off x="4776952" y="2196661"/>
            <a:ext cx="188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Frozen knowledge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1FE043-7E28-7BBC-B301-DDFFB6CD71E3}"/>
              </a:ext>
            </a:extLst>
          </p:cNvPr>
          <p:cNvSpPr/>
          <p:nvPr/>
        </p:nvSpPr>
        <p:spPr>
          <a:xfrm>
            <a:off x="7840718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264E7-5A04-529A-B3F4-3076A009ED3A}"/>
              </a:ext>
            </a:extLst>
          </p:cNvPr>
          <p:cNvSpPr txBox="1"/>
          <p:nvPr/>
        </p:nvSpPr>
        <p:spPr>
          <a:xfrm>
            <a:off x="8057572" y="2228191"/>
            <a:ext cx="1453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knowledge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74B360-F24A-4B84-617A-709D66BF5D88}"/>
              </a:ext>
            </a:extLst>
          </p:cNvPr>
          <p:cNvSpPr/>
          <p:nvPr/>
        </p:nvSpPr>
        <p:spPr>
          <a:xfrm>
            <a:off x="7840718" y="1572766"/>
            <a:ext cx="1886734" cy="4347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12770164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419F-BFDB-2A63-85C3-BCBB8485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B958F-22BE-9905-4300-CCE81C17BAC1}"/>
              </a:ext>
            </a:extLst>
          </p:cNvPr>
          <p:cNvSpPr txBox="1"/>
          <p:nvPr/>
        </p:nvSpPr>
        <p:spPr>
          <a:xfrm>
            <a:off x="4004441" y="1019503"/>
            <a:ext cx="1864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has no memory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1C38F-8FFB-BA94-536A-1AE162F96148}"/>
              </a:ext>
            </a:extLst>
          </p:cNvPr>
          <p:cNvSpPr txBox="1"/>
          <p:nvPr/>
        </p:nvSpPr>
        <p:spPr>
          <a:xfrm>
            <a:off x="756745" y="2144110"/>
            <a:ext cx="2776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question A</a:t>
            </a:r>
          </a:p>
          <a:p>
            <a:pPr marL="285750" indent="-285750">
              <a:buFontTx/>
              <a:buChar char="-"/>
            </a:pPr>
            <a:r>
              <a:rPr lang="en-US"/>
              <a:t>answer to A</a:t>
            </a:r>
          </a:p>
          <a:p>
            <a:pPr marL="285750" indent="-285750">
              <a:buFontTx/>
              <a:buChar char="-"/>
            </a:pPr>
            <a:r>
              <a:rPr lang="en-US"/>
              <a:t>question B referencing A</a:t>
            </a:r>
          </a:p>
          <a:p>
            <a:pPr marL="285750" indent="-285750">
              <a:buFontTx/>
              <a:buChar char="-"/>
            </a:pPr>
            <a:r>
              <a:rPr lang="en-US"/>
              <a:t>ai is like: what?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927A3E-D498-CB9B-AC0E-6FFCA6A00B6A}"/>
              </a:ext>
            </a:extLst>
          </p:cNvPr>
          <p:cNvSpPr txBox="1"/>
          <p:nvPr/>
        </p:nvSpPr>
        <p:spPr>
          <a:xfrm>
            <a:off x="4750676" y="2374942"/>
            <a:ext cx="160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better example</a:t>
            </a:r>
          </a:p>
        </p:txBody>
      </p:sp>
    </p:spTree>
    <p:extLst>
      <p:ext uri="{BB962C8B-B14F-4D97-AF65-F5344CB8AC3E}">
        <p14:creationId xmlns:p14="http://schemas.microsoft.com/office/powerpoint/2010/main" val="39667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34D50-EDDC-F6A8-BA7F-F8DF443B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423675-3A93-65CB-8BE4-08BDEF781955}"/>
              </a:ext>
            </a:extLst>
          </p:cNvPr>
          <p:cNvSpPr txBox="1"/>
          <p:nvPr/>
        </p:nvSpPr>
        <p:spPr>
          <a:xfrm>
            <a:off x="1650124" y="2596055"/>
            <a:ext cx="240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add to the conversation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D99068-BB7B-3D6D-1D9A-0BD2D81A351B}"/>
              </a:ext>
            </a:extLst>
          </p:cNvPr>
          <p:cNvSpPr txBox="1"/>
          <p:nvPr/>
        </p:nvSpPr>
        <p:spPr>
          <a:xfrm>
            <a:off x="6190593" y="2585545"/>
            <a:ext cx="2060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restart conversation</a:t>
            </a:r>
          </a:p>
        </p:txBody>
      </p:sp>
    </p:spTree>
    <p:extLst>
      <p:ext uri="{BB962C8B-B14F-4D97-AF65-F5344CB8AC3E}">
        <p14:creationId xmlns:p14="http://schemas.microsoft.com/office/powerpoint/2010/main" val="1670512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59E6-36CF-568F-FB20-D41226307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BE729B-6D2F-57C3-23CB-D324DD568158}"/>
              </a:ext>
            </a:extLst>
          </p:cNvPr>
          <p:cNvSpPr txBox="1"/>
          <p:nvPr/>
        </p:nvSpPr>
        <p:spPr>
          <a:xfrm>
            <a:off x="3954161" y="2951717"/>
            <a:ext cx="32253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Context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Knowledge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Extract Knowledge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BE958D50-A580-24CA-51A2-C1E6BE2100F2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Patterns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pic>
        <p:nvPicPr>
          <p:cNvPr id="4" name="Picture 3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0E11DBD0-DA39-B627-E724-ADF162529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530" y="1323888"/>
            <a:ext cx="1219200" cy="1270000"/>
          </a:xfrm>
          <a:prstGeom prst="rect">
            <a:avLst/>
          </a:prstGeom>
        </p:spPr>
      </p:pic>
      <p:pic>
        <p:nvPicPr>
          <p:cNvPr id="5" name="Picture 4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5021A5EE-7554-014D-75B2-E7C2C1B5E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830" y="2856299"/>
            <a:ext cx="1231900" cy="1231900"/>
          </a:xfrm>
          <a:prstGeom prst="rect">
            <a:avLst/>
          </a:prstGeom>
        </p:spPr>
      </p:pic>
      <p:pic>
        <p:nvPicPr>
          <p:cNvPr id="6" name="Picture 5" descr="A close-up of a white board&#10;&#10;AI-generated content may be incorrect.">
            <a:extLst>
              <a:ext uri="{FF2B5EF4-FFF2-40B4-BE49-F238E27FC236}">
                <a16:creationId xmlns:a16="http://schemas.microsoft.com/office/drawing/2014/main" id="{C0809DB6-D3CA-C981-AD1A-AC980E89C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2629" y="4350610"/>
            <a:ext cx="1168400" cy="111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0CC933-AC7B-E2E3-327B-340B358BE706}"/>
              </a:ext>
            </a:extLst>
          </p:cNvPr>
          <p:cNvSpPr txBox="1"/>
          <p:nvPr/>
        </p:nvSpPr>
        <p:spPr>
          <a:xfrm>
            <a:off x="1602642" y="4876117"/>
            <a:ext cx="81138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Since it can't remember, you have to become the memory manager </a:t>
            </a:r>
          </a:p>
          <a:p>
            <a:pPr marL="285750" indent="-285750">
              <a:buFontTx/>
              <a:buChar char="-"/>
            </a:pPr>
            <a:r>
              <a:rPr lang="en-US"/>
              <a:t>Move from ephemeral conversation → persistent files </a:t>
            </a:r>
          </a:p>
          <a:p>
            <a:pPr marL="285750" indent="-285750">
              <a:buFontTx/>
              <a:buChar char="-"/>
            </a:pPr>
            <a:r>
              <a:rPr lang="en-US"/>
              <a:t>It's like a save button — you capture what matters before it disappears </a:t>
            </a:r>
          </a:p>
          <a:p>
            <a:pPr marL="285750" indent="-285750">
              <a:buFontTx/>
              <a:buChar char="-"/>
            </a:pPr>
            <a:r>
              <a:rPr lang="en-US"/>
              <a:t>You're building a personal knowledge library that lives outside any single session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34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2115-8866-1AE1-35A7-20643BE7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77A219-877B-5BA3-FD49-8BC093EEF6A4}"/>
              </a:ext>
            </a:extLst>
          </p:cNvPr>
          <p:cNvSpPr txBox="1"/>
          <p:nvPr/>
        </p:nvSpPr>
        <p:spPr>
          <a:xfrm>
            <a:off x="4004441" y="1019503"/>
            <a:ext cx="2255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Knowledge Document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3C0823-5E3A-F0C3-D1B2-5FF546E77AEE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C82E8D-C062-0D81-13CA-EAEEE973D5FB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C1F308-13D7-64C5-BC66-86087445A394}"/>
              </a:ext>
            </a:extLst>
          </p:cNvPr>
          <p:cNvSpPr/>
          <p:nvPr/>
        </p:nvSpPr>
        <p:spPr>
          <a:xfrm>
            <a:off x="7152289" y="2575033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04F0D2-45FE-F000-1DD8-68D4C4F06ADE}"/>
              </a:ext>
            </a:extLst>
          </p:cNvPr>
          <p:cNvSpPr txBox="1"/>
          <p:nvPr/>
        </p:nvSpPr>
        <p:spPr>
          <a:xfrm>
            <a:off x="7977352" y="2659117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</p:spTree>
    <p:extLst>
      <p:ext uri="{BB962C8B-B14F-4D97-AF65-F5344CB8AC3E}">
        <p14:creationId xmlns:p14="http://schemas.microsoft.com/office/powerpoint/2010/main" val="10186477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67433-9F92-2EDB-50CD-48EB320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65F1CA-14D4-B381-147C-D2337251D94A}"/>
              </a:ext>
            </a:extLst>
          </p:cNvPr>
          <p:cNvSpPr txBox="1"/>
          <p:nvPr/>
        </p:nvSpPr>
        <p:spPr>
          <a:xfrm>
            <a:off x="4004441" y="1019503"/>
            <a:ext cx="113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restart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BB5F68-A0AD-739C-433B-EBC8D3BDA2D2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2964F-5FDB-6F20-1A3B-02DE51D8BFD3}"/>
              </a:ext>
            </a:extLst>
          </p:cNvPr>
          <p:cNvSpPr/>
          <p:nvPr/>
        </p:nvSpPr>
        <p:spPr>
          <a:xfrm>
            <a:off x="5754414" y="2338552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F307AA-2F22-54A2-D4D0-3DCE87404D60}"/>
              </a:ext>
            </a:extLst>
          </p:cNvPr>
          <p:cNvSpPr/>
          <p:nvPr/>
        </p:nvSpPr>
        <p:spPr>
          <a:xfrm>
            <a:off x="5851634" y="2425261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4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B4980-B44A-7B09-A3ED-47B286063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39B866-F31C-FCA5-A28D-E6854F484706}"/>
              </a:ext>
            </a:extLst>
          </p:cNvPr>
          <p:cNvSpPr txBox="1"/>
          <p:nvPr/>
        </p:nvSpPr>
        <p:spPr>
          <a:xfrm>
            <a:off x="4004441" y="1019503"/>
            <a:ext cx="1924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Extract Knowledge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495DA-E9CB-6331-D2A2-49AA8A5AD1E3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C12FA0-04C0-2186-ABE3-038EA616ED13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E532CC-1B7B-23F0-A04E-A5C4B46E81B9}"/>
              </a:ext>
            </a:extLst>
          </p:cNvPr>
          <p:cNvSpPr/>
          <p:nvPr/>
        </p:nvSpPr>
        <p:spPr>
          <a:xfrm>
            <a:off x="4162220" y="3464628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BE435B-406D-4B37-D54A-1A7A71BC08A5}"/>
              </a:ext>
            </a:extLst>
          </p:cNvPr>
          <p:cNvSpPr txBox="1"/>
          <p:nvPr/>
        </p:nvSpPr>
        <p:spPr>
          <a:xfrm>
            <a:off x="4987283" y="3548712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30F0F-4FA3-6861-9B45-5BD28D9B9F0F}"/>
              </a:ext>
            </a:extLst>
          </p:cNvPr>
          <p:cNvSpPr txBox="1"/>
          <p:nvPr/>
        </p:nvSpPr>
        <p:spPr>
          <a:xfrm>
            <a:off x="3384331" y="3563007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FA801-3417-AE86-E5BC-C32261FEA897}"/>
              </a:ext>
            </a:extLst>
          </p:cNvPr>
          <p:cNvSpPr txBox="1"/>
          <p:nvPr/>
        </p:nvSpPr>
        <p:spPr>
          <a:xfrm>
            <a:off x="3216166" y="2921876"/>
            <a:ext cx="1507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save it for me </a:t>
            </a:r>
          </a:p>
        </p:txBody>
      </p:sp>
    </p:spTree>
    <p:extLst>
      <p:ext uri="{BB962C8B-B14F-4D97-AF65-F5344CB8AC3E}">
        <p14:creationId xmlns:p14="http://schemas.microsoft.com/office/powerpoint/2010/main" val="4430164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17668-D83C-93CB-3A56-2665B4F9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31C950-D89D-52EF-3DA8-7BA24036F520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B8B53-7377-C48A-8FA4-8BE5BC72F4F7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55DADC1E-795B-783E-A51D-87858788F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7B4A1B2-4019-1F44-1916-497E0ACE62C2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A1F268-3BBC-DE1E-BBBF-34EAC0A017DD}"/>
              </a:ext>
            </a:extLst>
          </p:cNvPr>
          <p:cNvSpPr/>
          <p:nvPr/>
        </p:nvSpPr>
        <p:spPr>
          <a:xfrm>
            <a:off x="952499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C592A4-FD67-609D-F970-0DD9107F9074}"/>
              </a:ext>
            </a:extLst>
          </p:cNvPr>
          <p:cNvSpPr/>
          <p:nvPr/>
        </p:nvSpPr>
        <p:spPr>
          <a:xfrm>
            <a:off x="1044763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1922707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3FF8A-D536-411B-18BA-3E207562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588424-1334-3C95-9CD6-D78966EAF8B0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67BFF9-79AB-09DB-AEED-404D287256B0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3C868B95-6C53-E17B-C357-45F52AC42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689AC7-7D47-FB2A-C313-846555DFA1C7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5DA1E8-026F-3030-7929-41EAA066126E}"/>
              </a:ext>
            </a:extLst>
          </p:cNvPr>
          <p:cNvSpPr/>
          <p:nvPr/>
        </p:nvSpPr>
        <p:spPr>
          <a:xfrm>
            <a:off x="4248661" y="2945027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3CC60B-F0A3-4797-267E-83880C808D2A}"/>
              </a:ext>
            </a:extLst>
          </p:cNvPr>
          <p:cNvSpPr/>
          <p:nvPr/>
        </p:nvSpPr>
        <p:spPr>
          <a:xfrm>
            <a:off x="5275303" y="2755556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117870-6309-6AF0-D395-2E252241C65B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</p:spTree>
    <p:extLst>
      <p:ext uri="{BB962C8B-B14F-4D97-AF65-F5344CB8AC3E}">
        <p14:creationId xmlns:p14="http://schemas.microsoft.com/office/powerpoint/2010/main" val="31383450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5EB83-56BE-538E-05DA-030BBD37A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40FD7F4-F697-5848-47F5-D18FC0745F8F}"/>
              </a:ext>
            </a:extLst>
          </p:cNvPr>
          <p:cNvSpPr/>
          <p:nvPr/>
        </p:nvSpPr>
        <p:spPr>
          <a:xfrm>
            <a:off x="3946926" y="2437539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98A4008-3DFF-9D6E-E154-962A56B09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078" y="105032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8D6EC6-CD87-690C-CC5D-365E48D8E141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0E9297E-1EF3-BCA0-41B2-15D8B49FFF99}"/>
              </a:ext>
            </a:extLst>
          </p:cNvPr>
          <p:cNvCxnSpPr/>
          <p:nvPr/>
        </p:nvCxnSpPr>
        <p:spPr>
          <a:xfrm>
            <a:off x="7895968" y="3429000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A2EEF2-F6D7-FB54-9988-72CD7EDC77E3}"/>
              </a:ext>
            </a:extLst>
          </p:cNvPr>
          <p:cNvCxnSpPr/>
          <p:nvPr/>
        </p:nvCxnSpPr>
        <p:spPr>
          <a:xfrm>
            <a:off x="10124303" y="3331175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1FF15E3-1FB3-799B-3C71-6C7EDAB045B8}"/>
              </a:ext>
            </a:extLst>
          </p:cNvPr>
          <p:cNvCxnSpPr>
            <a:cxnSpLocks/>
          </p:cNvCxnSpPr>
          <p:nvPr/>
        </p:nvCxnSpPr>
        <p:spPr>
          <a:xfrm flipH="1">
            <a:off x="7875374" y="4049926"/>
            <a:ext cx="22489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6F95817-C9D4-79F6-4649-F1BD070D8FAC}"/>
              </a:ext>
            </a:extLst>
          </p:cNvPr>
          <p:cNvSpPr txBox="1"/>
          <p:nvPr/>
        </p:nvSpPr>
        <p:spPr>
          <a:xfrm>
            <a:off x="7710616" y="4831492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DD29F-D35A-1E31-F9AD-70714B377A02}"/>
              </a:ext>
            </a:extLst>
          </p:cNvPr>
          <p:cNvSpPr txBox="1"/>
          <p:nvPr/>
        </p:nvSpPr>
        <p:spPr>
          <a:xfrm>
            <a:off x="9854838" y="476867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good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4B12C4-0CA6-AE12-24DC-73282CBD5AC7}"/>
              </a:ext>
            </a:extLst>
          </p:cNvPr>
          <p:cNvSpPr/>
          <p:nvPr/>
        </p:nvSpPr>
        <p:spPr>
          <a:xfrm>
            <a:off x="4285708" y="2639711"/>
            <a:ext cx="1583722" cy="2006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21E75A-CB6E-FFC4-6704-97691493D8AD}"/>
              </a:ext>
            </a:extLst>
          </p:cNvPr>
          <p:cNvSpPr/>
          <p:nvPr/>
        </p:nvSpPr>
        <p:spPr>
          <a:xfrm>
            <a:off x="4285708" y="4768678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BD13CF-9844-3B92-0CE1-CDADDB21D369}"/>
              </a:ext>
            </a:extLst>
          </p:cNvPr>
          <p:cNvSpPr/>
          <p:nvPr/>
        </p:nvSpPr>
        <p:spPr>
          <a:xfrm>
            <a:off x="5629533" y="397474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D16217-1F36-A9BE-4D78-2AA61A765C23}"/>
              </a:ext>
            </a:extLst>
          </p:cNvPr>
          <p:cNvSpPr/>
          <p:nvPr/>
        </p:nvSpPr>
        <p:spPr>
          <a:xfrm>
            <a:off x="8423193" y="1152181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843FB6-584C-F0C4-F66D-EDB6B3F579E9}"/>
              </a:ext>
            </a:extLst>
          </p:cNvPr>
          <p:cNvSpPr/>
          <p:nvPr/>
        </p:nvSpPr>
        <p:spPr>
          <a:xfrm>
            <a:off x="4324523" y="3027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66E7F4-89E9-6D49-7A7A-067F581ED430}"/>
              </a:ext>
            </a:extLst>
          </p:cNvPr>
          <p:cNvSpPr/>
          <p:nvPr/>
        </p:nvSpPr>
        <p:spPr>
          <a:xfrm>
            <a:off x="4353355" y="13701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06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108918</TotalTime>
  <Words>597</Words>
  <Application>Microsoft Macintosh PowerPoint</Application>
  <PresentationFormat>Widescreen</PresentationFormat>
  <Paragraphs>143</Paragraphs>
  <Slides>36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Courier New</vt:lpstr>
      <vt:lpstr>Ink Free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Calls</dc:title>
  <dc:creator>Kesseler, Lada</dc:creator>
  <cp:lastModifiedBy>Lada Kesseler</cp:lastModifiedBy>
  <cp:revision>954</cp:revision>
  <dcterms:created xsi:type="dcterms:W3CDTF">2023-11-14T16:04:34Z</dcterms:created>
  <dcterms:modified xsi:type="dcterms:W3CDTF">2026-02-17T04:28:42Z</dcterms:modified>
</cp:coreProperties>
</file>