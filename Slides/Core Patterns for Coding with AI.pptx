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0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3349F8-DC01-FE7D-F7CD-AC66C053D11B}" name="Kesseler, Lada" initials="LK" userId="S::LADA.KESSELER1@T-MOBILE.COM::562dffe2-bbd3-4c93-8d98-a417671b7e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00"/>
    <a:srgbClr val="FFFF00"/>
    <a:srgbClr val="172C51"/>
    <a:srgbClr val="548235"/>
    <a:srgbClr val="4472C4"/>
    <a:srgbClr val="7030A0"/>
    <a:srgbClr val="C00000"/>
    <a:srgbClr val="FF40FF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9"/>
    <p:restoredTop sz="92808"/>
  </p:normalViewPr>
  <p:slideViewPr>
    <p:cSldViewPr snapToGrid="0">
      <p:cViewPr varScale="1">
        <p:scale>
          <a:sx n="104" d="100"/>
          <a:sy n="104" d="100"/>
        </p:scale>
        <p:origin x="688" y="4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01875-5BC7-1E49-AF4C-96F7D9E7474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BBC2B-72B0-2542-8213-717906F3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28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0639-DA34-05EE-E783-CB1BAE16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3D2E2-8ADC-6359-00D2-E80DB4566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49908-A01F-F021-2D48-C21782F8A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D3FA6-5BA7-4D11-B479-AAED57DD0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BBC2B-72B0-2542-8213-717906F3F3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8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A222-E9A5-86A7-CA5B-F1454F6B1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1BB04-B26C-8367-402D-4A4039691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3DBA-9855-EACB-E3EA-FE670C07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78685-B7B4-5009-6E90-7E2CF451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BC47A-68B5-00AD-AEEE-26E2ED3D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1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EFC9-B55E-5926-78C0-FC9855DA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4DA0E-AB04-8E47-B48C-8A7B3C3F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2753F-435D-F327-8496-AD8347F2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3F2D-9199-3368-9CE9-EC96BE10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B0056-2C57-6C55-3947-37958B00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5455-7303-9CA9-7B04-4E40CB17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6D6EC-F9A0-CD31-C69A-7C158021F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E3037-4B77-9163-84F9-8540215B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0846-B51D-A53B-43E8-F806F17B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0A17-DDA1-AD7B-2BC1-4C889236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0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E6134-F614-D38A-F20D-0259B2A9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2C2E6-5655-C31D-6178-7A2D1E628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076EA-FFF5-783B-3BB6-E175FF693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247BC-4ED2-CAB9-E63D-18EA49A4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2A840-F54E-6BC7-2EE8-7E424F65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62C0C-4E72-01E0-8854-5BF057DD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4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0BA3-D4FA-FCC7-0BC4-8B476735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1ABB5-08A4-37BB-2D89-EC89CD88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6BD57-2E7B-4CF5-ED44-C8CFD885B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65104-D897-2178-DD49-D8CE5D57E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85B65-907C-3DA3-80B4-811AE00BA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43E83-8AFF-4916-8259-B0351DC34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4F1F9-83C0-4923-9583-5C7C1C02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EECAFC-CB83-63FF-1987-F4A9D7CF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3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DE21-8D34-F3B9-6F30-8D5FD6E3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49365-1099-4AA3-A1EA-57F6B952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BD4C7-287F-D3F4-80DD-412067E0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F2EF0-DD70-3CB4-DB8D-89C795C2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8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C957D-EE5D-2F57-0ADB-D3E1C3C4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3C946-8CA1-0D0E-E6A6-E49ABD87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40142-C5EF-C514-7B54-73C8A01C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2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2A68-8CB4-DF2E-29D4-3951B476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1215-2760-3831-848B-AE12C75EA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3F4F-2F5A-0C7B-214A-FDFD7E297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0DD07-76C5-7182-9197-733B85A7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123C9-9448-068F-9E42-0FF9BF26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59215-7A38-9D83-6C1B-ABBEB5D8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6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06B1-FFD0-4D8A-06EF-65B9D924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FD9DA-2B0A-8D9B-40C4-906F32B89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C0DD3-0689-FB3B-9F40-966CEE335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2492F-E8B8-BCF3-3F36-6070D070B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CAE27-A74C-E28B-135C-33A03B18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3BB6B-C15C-C5BB-E310-AE57625F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3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5BE8-BB4F-A59C-CC03-57274621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268F9-F24D-CC96-DFDF-96BA50303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AD1E-AF18-1BE5-864D-E8E83A7F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8AF4E-AC35-6763-4FD5-E28BC793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2C237-91AD-ACF7-1E78-E6871025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7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86549-9272-96F4-733B-023F29D8C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6DD84-F5D0-A6D4-FD45-84596E01E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BDB83-4A42-E260-36E8-A5F0422E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4FA91-B94E-A673-2B58-96ECDBD9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A8872-9098-E8CE-487A-B595DAC0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2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3EAAD-62D6-410D-9203-F6229C9B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3E65B-FF39-116F-BDFC-441DF0107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B7FD-0A76-2F45-5989-8D14B8D1B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66788-8C42-AF46-A5E8-A812D6157D5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D80F5-E6C7-6937-F050-755568C14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F8ED-30C0-355C-F1F9-85F8EF89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548BB-BFC1-7E4C-9C86-6066836D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3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F216-AE6C-6846-E057-6845FA90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0591AF-87FF-08B9-1148-7633B9B294BE}"/>
              </a:ext>
            </a:extLst>
          </p:cNvPr>
          <p:cNvSpPr txBox="1"/>
          <p:nvPr/>
        </p:nvSpPr>
        <p:spPr>
          <a:xfrm>
            <a:off x="199672" y="5251381"/>
            <a:ext cx="68419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Core Patterns for Coding with 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7FD4F-8CDC-7F58-DB0F-204636A73D11}"/>
              </a:ext>
            </a:extLst>
          </p:cNvPr>
          <p:cNvSpPr txBox="1"/>
          <p:nvPr/>
        </p:nvSpPr>
        <p:spPr>
          <a:xfrm>
            <a:off x="199672" y="6095192"/>
            <a:ext cx="1923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k Free" panose="020F0502020204030204" pitchFamily="34" charset="0"/>
                <a:ea typeface="Heiti TC Medium" pitchFamily="2" charset="-128"/>
              </a:rPr>
              <a:t>Lada Kesseler</a:t>
            </a:r>
          </a:p>
        </p:txBody>
      </p:sp>
    </p:spTree>
    <p:extLst>
      <p:ext uri="{BB962C8B-B14F-4D97-AF65-F5344CB8AC3E}">
        <p14:creationId xmlns:p14="http://schemas.microsoft.com/office/powerpoint/2010/main" val="285986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108362</TotalTime>
  <Words>9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Ink Free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Calls</dc:title>
  <dc:creator>Kesseler, Lada</dc:creator>
  <cp:lastModifiedBy>Lada Kesseler</cp:lastModifiedBy>
  <cp:revision>935</cp:revision>
  <dcterms:created xsi:type="dcterms:W3CDTF">2023-11-14T16:04:34Z</dcterms:created>
  <dcterms:modified xsi:type="dcterms:W3CDTF">2026-02-16T18:59:22Z</dcterms:modified>
</cp:coreProperties>
</file>